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89ecd9f33342ce" /><Relationship Type="http://schemas.openxmlformats.org/officeDocument/2006/relationships/extended-properties" Target="/docProps/app.xml" Id="R7e1311e6e0284d71" /><Relationship Type="http://schemas.openxmlformats.org/officeDocument/2006/relationships/officeDocument" Target="/ppt/presentation.xml" Id="Rd9b6704381514036" /></Relationships>
</file>

<file path=ppt/presentation.xml><?xml version="1.0" encoding="utf-8"?>
<p:presentation xmlns:p="http://schemas.openxmlformats.org/presentationml/2006/main">
  <p:sldMasterIdLst>
    <p:sldMasterId xmlns:r="http://schemas.openxmlformats.org/officeDocument/2006/relationships" id="2147483648" r:id="R45164403a14f489c"/>
  </p:sldMasterIdLst>
  <p:notesMasterIdLst>
    <p:notesMasterId xmlns:r="http://schemas.openxmlformats.org/officeDocument/2006/relationships" r:id="Re7e73d2918cd4d55"/>
  </p:notesMasterIdLst>
  <p:sldIdLst>
    <p:sldId xmlns:r="http://schemas.openxmlformats.org/officeDocument/2006/relationships" id="256" r:id="R5e86fa62e28a4d3f"/>
    <p:sldId xmlns:r="http://schemas.openxmlformats.org/officeDocument/2006/relationships" id="257" r:id="Rc4d179cf19e247ba"/>
    <p:sldId xmlns:r="http://schemas.openxmlformats.org/officeDocument/2006/relationships" id="258" r:id="R69601e7cd90f4c19"/>
    <p:sldId xmlns:r="http://schemas.openxmlformats.org/officeDocument/2006/relationships" id="259" r:id="R4ca789c090ac46f3"/>
    <p:sldId xmlns:r="http://schemas.openxmlformats.org/officeDocument/2006/relationships" id="260" r:id="Rfba77f05d2bd423e"/>
    <p:sldId xmlns:r="http://schemas.openxmlformats.org/officeDocument/2006/relationships" id="261" r:id="R2bb1776492f64e0f"/>
    <p:sldId xmlns:r="http://schemas.openxmlformats.org/officeDocument/2006/relationships" id="262" r:id="Rf0420e5288e84bc8"/>
    <p:sldId xmlns:r="http://schemas.openxmlformats.org/officeDocument/2006/relationships" id="263" r:id="R98ecea7c686849cc"/>
    <p:sldId xmlns:r="http://schemas.openxmlformats.org/officeDocument/2006/relationships" id="264" r:id="Rc066ef80e9ca4f9b"/>
    <p:sldId xmlns:r="http://schemas.openxmlformats.org/officeDocument/2006/relationships" id="265" r:id="R9a52da140c544bb9"/>
    <p:sldId xmlns:r="http://schemas.openxmlformats.org/officeDocument/2006/relationships" id="266" r:id="R696bed36a5ec4f93"/>
    <p:sldId xmlns:r="http://schemas.openxmlformats.org/officeDocument/2006/relationships" id="267" r:id="R0ce015b5dd904385"/>
    <p:sldId xmlns:r="http://schemas.openxmlformats.org/officeDocument/2006/relationships" id="268" r:id="R9f418178be454bff"/>
    <p:sldId xmlns:r="http://schemas.openxmlformats.org/officeDocument/2006/relationships" id="269" r:id="Rd622a3fc90f74706"/>
    <p:sldId xmlns:r="http://schemas.openxmlformats.org/officeDocument/2006/relationships" id="270" r:id="R6107a992f6d140d8"/>
    <p:sldId xmlns:r="http://schemas.openxmlformats.org/officeDocument/2006/relationships" id="271" r:id="Re0fa53b432354038"/>
    <p:sldId xmlns:r="http://schemas.openxmlformats.org/officeDocument/2006/relationships" id="272" r:id="R17b71defd43e4e66"/>
    <p:sldId xmlns:r="http://schemas.openxmlformats.org/officeDocument/2006/relationships" id="273" r:id="R7c23af8ada6d4b94"/>
  </p:sldIdLst>
  <p:sldSz cx="10058400" cy="7772400"/>
  <p:notesSz cx="6858000" cy="9144000"/>
  <p:defaultTextStyle>
    <a:defPPr xmlns:a="http://schemas.openxmlformats.org/drawingml/2006/main">
      <a:buNone/>
      <a:defRPr kern="0"/>
    </a:def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7a50408f32845a7" /><Relationship Type="http://schemas.openxmlformats.org/officeDocument/2006/relationships/slideMaster" Target="/ppt/slideMasters/slideMaster1.xml" Id="R45164403a14f489c" /><Relationship Type="http://schemas.openxmlformats.org/officeDocument/2006/relationships/notesMaster" Target="/ppt/notesMasters/notesMaster1.xml" Id="Re7e73d2918cd4d55" /><Relationship Type="http://schemas.openxmlformats.org/officeDocument/2006/relationships/presProps" Target="/ppt/presProps.xml" Id="Rb422d475e37c453a" /><Relationship Type="http://schemas.openxmlformats.org/officeDocument/2006/relationships/viewProps" Target="/ppt/viewProps.xml" Id="R8b6472740fd14dc2" /><Relationship Type="http://schemas.openxmlformats.org/officeDocument/2006/relationships/tableStyles" Target="/ppt/tableStyles.xml" Id="R020c7e02f0614115" /><Relationship Type="http://schemas.openxmlformats.org/officeDocument/2006/relationships/slide" Target="/ppt/slides/slide1.xml" Id="R5e86fa62e28a4d3f" /><Relationship Type="http://schemas.openxmlformats.org/officeDocument/2006/relationships/slide" Target="/ppt/slides/slide2.xml" Id="Rc4d179cf19e247ba" /><Relationship Type="http://schemas.openxmlformats.org/officeDocument/2006/relationships/slide" Target="/ppt/slides/slide3.xml" Id="R69601e7cd90f4c19" /><Relationship Type="http://schemas.openxmlformats.org/officeDocument/2006/relationships/slide" Target="/ppt/slides/slide4.xml" Id="R4ca789c090ac46f3" /><Relationship Type="http://schemas.openxmlformats.org/officeDocument/2006/relationships/slide" Target="/ppt/slides/slide5.xml" Id="Rfba77f05d2bd423e" /><Relationship Type="http://schemas.openxmlformats.org/officeDocument/2006/relationships/slide" Target="/ppt/slides/slide6.xml" Id="R2bb1776492f64e0f" /><Relationship Type="http://schemas.openxmlformats.org/officeDocument/2006/relationships/slide" Target="/ppt/slides/slide7.xml" Id="Rf0420e5288e84bc8" /><Relationship Type="http://schemas.openxmlformats.org/officeDocument/2006/relationships/slide" Target="/ppt/slides/slide8.xml" Id="R98ecea7c686849cc" /><Relationship Type="http://schemas.openxmlformats.org/officeDocument/2006/relationships/slide" Target="/ppt/slides/slide9.xml" Id="Rc066ef80e9ca4f9b" /><Relationship Type="http://schemas.openxmlformats.org/officeDocument/2006/relationships/slide" Target="/ppt/slides/slide10.xml" Id="R9a52da140c544bb9" /><Relationship Type="http://schemas.openxmlformats.org/officeDocument/2006/relationships/slide" Target="/ppt/slides/slide11.xml" Id="R696bed36a5ec4f93" /><Relationship Type="http://schemas.openxmlformats.org/officeDocument/2006/relationships/slide" Target="/ppt/slides/slide12.xml" Id="R0ce015b5dd904385" /><Relationship Type="http://schemas.openxmlformats.org/officeDocument/2006/relationships/slide" Target="/ppt/slides/slide13.xml" Id="R9f418178be454bff" /><Relationship Type="http://schemas.openxmlformats.org/officeDocument/2006/relationships/slide" Target="/ppt/slides/slide14.xml" Id="Rd622a3fc90f74706" /><Relationship Type="http://schemas.openxmlformats.org/officeDocument/2006/relationships/slide" Target="/ppt/slides/slide15.xml" Id="R6107a992f6d140d8" /><Relationship Type="http://schemas.openxmlformats.org/officeDocument/2006/relationships/slide" Target="/ppt/slides/slide16.xml" Id="Re0fa53b432354038" /><Relationship Type="http://schemas.openxmlformats.org/officeDocument/2006/relationships/slide" Target="/ppt/slides/slide17.xml" Id="R17b71defd43e4e66" /><Relationship Type="http://schemas.openxmlformats.org/officeDocument/2006/relationships/slide" Target="/ppt/slides/slide18.xml" Id="R7c23af8ada6d4b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f263e054fc4e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2202a0c93b4d36" /><Relationship Type="http://schemas.openxmlformats.org/officeDocument/2006/relationships/notesMaster" Target="/ppt/notesMasters/notesMaster1.xml" Id="R480fafc03ab94d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6421c0ca754e31" /><Relationship Type="http://schemas.openxmlformats.org/officeDocument/2006/relationships/notesMaster" Target="/ppt/notesMasters/notesMaster1.xml" Id="Rb74ff8ec49e44c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cf9fab340c43c1" /><Relationship Type="http://schemas.openxmlformats.org/officeDocument/2006/relationships/notesMaster" Target="/ppt/notesMasters/notesMaster1.xml" Id="R1776076d84e94c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89ae039b234011" /><Relationship Type="http://schemas.openxmlformats.org/officeDocument/2006/relationships/notesMaster" Target="/ppt/notesMasters/notesMaster1.xml" Id="Re521a8957be944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a717eeb5c5463e" /><Relationship Type="http://schemas.openxmlformats.org/officeDocument/2006/relationships/notesMaster" Target="/ppt/notesMasters/notesMaster1.xml" Id="R3230d3f48c7041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eb6af4e1a14b5b" /><Relationship Type="http://schemas.openxmlformats.org/officeDocument/2006/relationships/notesMaster" Target="/ppt/notesMasters/notesMaster1.xml" Id="R5f51c293534246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a2c74944844ffd" /><Relationship Type="http://schemas.openxmlformats.org/officeDocument/2006/relationships/notesMaster" Target="/ppt/notesMasters/notesMaster1.xml" Id="Rdef5dda41b304b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ca65fbdfe4438b" /><Relationship Type="http://schemas.openxmlformats.org/officeDocument/2006/relationships/notesMaster" Target="/ppt/notesMasters/notesMaster1.xml" Id="R8594e07265e440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350a8a1b6640d9" /><Relationship Type="http://schemas.openxmlformats.org/officeDocument/2006/relationships/notesMaster" Target="/ppt/notesMasters/notesMaster1.xml" Id="Rc201e83c8f794d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25887623d845ed" /><Relationship Type="http://schemas.openxmlformats.org/officeDocument/2006/relationships/notesMaster" Target="/ppt/notesMasters/notesMaster1.xml" Id="R69a1783402354f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7bc700dafa4bc0" /><Relationship Type="http://schemas.openxmlformats.org/officeDocument/2006/relationships/notesMaster" Target="/ppt/notesMasters/notesMaster1.xml" Id="R31fe5c0c910043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7d48a034fe4326" /><Relationship Type="http://schemas.openxmlformats.org/officeDocument/2006/relationships/notesMaster" Target="/ppt/notesMasters/notesMaster1.xml" Id="Rb353e05d9e8e43d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df4e7d83244eeb" /><Relationship Type="http://schemas.openxmlformats.org/officeDocument/2006/relationships/notesMaster" Target="/ppt/notesMasters/notesMaster1.xml" Id="R25c71566d0594d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29f712decc4d37" /><Relationship Type="http://schemas.openxmlformats.org/officeDocument/2006/relationships/notesMaster" Target="/ppt/notesMasters/notesMaster1.xml" Id="R78f300bab9d647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a654292c3c494f" /><Relationship Type="http://schemas.openxmlformats.org/officeDocument/2006/relationships/notesMaster" Target="/ppt/notesMasters/notesMaster1.xml" Id="R9a112e9659df4c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733db9761f4008" /><Relationship Type="http://schemas.openxmlformats.org/officeDocument/2006/relationships/notesMaster" Target="/ppt/notesMasters/notesMaster1.xml" Id="Re8f34ea00caa48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f62921476a4cb5" /><Relationship Type="http://schemas.openxmlformats.org/officeDocument/2006/relationships/notesMaster" Target="/ppt/notesMasters/notesMaster1.xml" Id="R49dea0699b7744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9edbad52a34365" /><Relationship Type="http://schemas.openxmlformats.org/officeDocument/2006/relationships/notesMaster" Target="/ppt/notesMasters/notesMaster1.xml" Id="Re04dff92bffd42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ApexMart, Team 1. Academic E-Commerce Product and Order Management System. Project sources: README.md, docs/architecture.md, docs/api.md and the Flyway migrations. Four business services plus API Gateway. One CockroachDB database ecomm with four service schemas. Payment choices are simulated. The university logo and slide design come from the user-supplied Campus Food Preorder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ebe23130ec4a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3af4a226f04c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da49a8ed7a4d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41f845cddf40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ecb5497b834855" /><Relationship Type="http://schemas.openxmlformats.org/officeDocument/2006/relationships/image" Target="/ppt/media/image.png" Id="Rb5ca7889e5f74277" /><Relationship Type="http://schemas.openxmlformats.org/officeDocument/2006/relationships/image" Target="/ppt/media/image2.png" Id="Rbaea689f73e341f8" /><Relationship Type="http://schemas.openxmlformats.org/officeDocument/2006/relationships/image" Target="/ppt/media/image3.png" Id="Rd10227632d5a4f25" /><Relationship Type="http://schemas.openxmlformats.org/officeDocument/2006/relationships/image" Target="/ppt/media/image4.png" Id="Rf0638912bee64c61" /></Relationships>
</file>

<file path=ppt/slideLayouts/slideLayout1.xml><?xml version="1.0" encoding="utf-8"?>
<p:sldLayout xmlns:p="http://schemas.openxmlformats.org/presentationml/2006/main" type="obj" preserve="1">
  <p:cSld name="Title Slide">
    <p:spTree>
      <p:nvGrpSpPr>
        <p:cNvPr id="1" name=""/>
        <p:cNvGrpSpPr/>
        <p:nvPr/>
      </p:nvGrpSpPr>
      <p:grpSpPr>
        <a:xfrm xmlns:a="http://schemas.openxmlformats.org/drawingml/2006/main"/>
      </p:grpSpPr>
      <p:sp>
        <p:nvSpPr>
          <p:cNvPr id="1048682" name="Holder 2">
            <a:extLst xmlns:a="http://schemas.openxmlformats.org/drawingml/2006/main">
              <a:ext uri="{FF2B5EF4-FFF2-40B4-BE49-F238E27FC236}">
                <a16:creationId xmlns:a16="http://schemas.microsoft.com/office/drawing/2014/main" id="{A230066D-5B01-49ED-A3A0-05D30836A201}"/>
              </a:ext>
            </a:extLst>
          </p:cNvPr>
          <p:cNvSpPr>
            <a:spLocks xmlns:a="http://schemas.openxmlformats.org/drawingml/2006/main" noGrp="1"/>
          </p:cNvSpPr>
          <p:nvPr>
            <p:ph type="ctrTitle" idx="0"/>
          </p:nvPr>
        </p:nvSpPr>
        <p:spPr>
          <a:xfrm xmlns:a="http://schemas.openxmlformats.org/drawingml/2006/main">
            <a:off x="754380" y="2409444"/>
            <a:ext cx="8549640" cy="1632204"/>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2300" b="1" i="0">
                <a:solidFill>
                  <a:srgbClr val="375F92"/>
                </a:solidFill>
                <a:latin typeface="Palatino Linotype"/>
                <a:ea typeface="Palatino Linotype"/>
                <a:cs typeface="Palatino Linotype"/>
              </a:defRPr>
            </a:lvl1pPr>
          </a:lstStyle>
          <a:p xmlns:a="http://schemas.openxmlformats.org/drawingml/2006/main">
            <a:endParaRPr/>
          </a:p>
        </p:txBody>
      </p:sp>
      <p:sp>
        <p:nvSpPr>
          <p:cNvPr id="1048683" name="Holder 3">
            <a:extLst xmlns:a="http://schemas.openxmlformats.org/drawingml/2006/main">
              <a:ext uri="{FF2B5EF4-FFF2-40B4-BE49-F238E27FC236}">
                <a16:creationId xmlns:a16="http://schemas.microsoft.com/office/drawing/2014/main" id="{6122988C-E834-4FB8-A6FF-618ED5B8E97C}"/>
              </a:ext>
            </a:extLst>
          </p:cNvPr>
          <p:cNvSpPr>
            <a:spLocks xmlns:a="http://schemas.openxmlformats.org/drawingml/2006/main" noGrp="1"/>
          </p:cNvSpPr>
          <p:nvPr>
            <p:ph type="subTitle" idx="4"/>
          </p:nvPr>
        </p:nvSpPr>
        <p:spPr>
          <a:xfrm xmlns:a="http://schemas.openxmlformats.org/drawingml/2006/main">
            <a:off x="1508760" y="4352544"/>
            <a:ext cx="7040880" cy="194310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1950" b="1" i="0">
                <a:solidFill>
                  <a:schemeClr val="tx1"/>
                </a:solidFill>
                <a:latin typeface="Palatino Linotype"/>
                <a:ea typeface="Palatino Linotype"/>
                <a:cs typeface="Palatino Linotype"/>
              </a:defRPr>
            </a:lvl1pPr>
          </a:lstStyle>
          <a:p xmlns:a="http://schemas.openxmlformats.org/drawingml/2006/main">
            <a:endParaRPr/>
          </a:p>
        </p:txBody>
      </p:sp>
      <p:sp>
        <p:nvSpPr>
          <p:cNvPr id="1048684" name="Holder 4">
            <a:extLst xmlns:a="http://schemas.openxmlformats.org/drawingml/2006/main">
              <a:ext uri="{FF2B5EF4-FFF2-40B4-BE49-F238E27FC236}">
                <a16:creationId xmlns:a16="http://schemas.microsoft.com/office/drawing/2014/main" id="{F77042E4-C9B9-4850-8082-8A9E29464A1D}"/>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a:endParaRPr/>
          </a:p>
        </p:txBody>
      </p:sp>
      <p:sp>
        <p:nvSpPr>
          <p:cNvPr id="1048685" name="Holder 5">
            <a:extLst xmlns:a="http://schemas.openxmlformats.org/drawingml/2006/main">
              <a:ext uri="{FF2B5EF4-FFF2-40B4-BE49-F238E27FC236}">
                <a16:creationId xmlns:a16="http://schemas.microsoft.com/office/drawing/2014/main" id="{AEB6A944-9687-4C3F-819A-2F5766DE83DC}"/>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10/9/2026</a:t>
            </a:fld>
            <a:endParaRPr/>
          </a:p>
        </p:txBody>
      </p:sp>
      <p:sp>
        <p:nvSpPr>
          <p:cNvPr id="1048686" name="Holder 6">
            <a:extLst xmlns:a="http://schemas.openxmlformats.org/drawingml/2006/main">
              <a:ext uri="{FF2B5EF4-FFF2-40B4-BE49-F238E27FC236}">
                <a16:creationId xmlns:a16="http://schemas.microsoft.com/office/drawing/2014/main" id="{124009FB-5D8A-4FAA-BD8C-421C7E3CC5E9}"/>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1048581" name="Holder 2">
            <a:extLst xmlns:a="http://schemas.openxmlformats.org/drawingml/2006/main">
              <a:ext uri="{FF2B5EF4-FFF2-40B4-BE49-F238E27FC236}">
                <a16:creationId xmlns:a16="http://schemas.microsoft.com/office/drawing/2014/main" id="{D10502D7-57DE-44ED-83A6-1D3340D7FF63}"/>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2300" b="1" i="0">
                <a:solidFill>
                  <a:srgbClr val="375F92"/>
                </a:solidFill>
                <a:latin typeface="Palatino Linotype"/>
                <a:ea typeface="Palatino Linotype"/>
                <a:cs typeface="Palatino Linotype"/>
              </a:defRPr>
            </a:lvl1pPr>
          </a:lstStyle>
          <a:p xmlns:a="http://schemas.openxmlformats.org/drawingml/2006/main">
            <a:endParaRPr/>
          </a:p>
        </p:txBody>
      </p:sp>
      <p:sp>
        <p:nvSpPr>
          <p:cNvPr id="1048582" name="Holder 3">
            <a:extLst xmlns:a="http://schemas.openxmlformats.org/drawingml/2006/main">
              <a:ext uri="{FF2B5EF4-FFF2-40B4-BE49-F238E27FC236}">
                <a16:creationId xmlns:a16="http://schemas.microsoft.com/office/drawing/2014/main" id="{1D743A89-01A3-4FEC-97D2-7145D35717FE}"/>
              </a:ext>
            </a:extLst>
          </p:cNvPr>
          <p:cNvSpPr>
            <a:spLocks xmlns:a="http://schemas.openxmlformats.org/drawingml/2006/main" noGrp="1"/>
          </p:cNvSpPr>
          <p:nvPr>
            <p:ph type="body" idx="1"/>
          </p:nvPr>
        </p:nvSpPr>
        <p:spPr/>
        <p:txBody>
          <a:bodyPr xmlns:a="http://schemas.openxmlformats.org/drawingml/2006/main" lIns="0" tIns="0" rIns="0" bIns="0"/>
          <a:lstStyle xmlns:a="http://schemas.openxmlformats.org/drawingml/2006/main">
            <a:lvl1pPr>
              <a:buNone/>
              <a:defRPr sz="1950" b="1" i="0">
                <a:solidFill>
                  <a:schemeClr val="tx1"/>
                </a:solidFill>
                <a:latin typeface="Palatino Linotype"/>
                <a:ea typeface="Palatino Linotype"/>
                <a:cs typeface="Palatino Linotype"/>
              </a:defRPr>
            </a:lvl1pPr>
          </a:lstStyle>
          <a:p xmlns:a="http://schemas.openxmlformats.org/drawingml/2006/main">
            <a:endParaRPr/>
          </a:p>
        </p:txBody>
      </p:sp>
      <p:sp>
        <p:nvSpPr>
          <p:cNvPr id="1048583" name="Holder 4">
            <a:extLst xmlns:a="http://schemas.openxmlformats.org/drawingml/2006/main">
              <a:ext uri="{FF2B5EF4-FFF2-40B4-BE49-F238E27FC236}">
                <a16:creationId xmlns:a16="http://schemas.microsoft.com/office/drawing/2014/main" id="{A7BEABD9-1C39-4F61-8684-0F8CA66ED8C5}"/>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a:endParaRPr/>
          </a:p>
        </p:txBody>
      </p:sp>
      <p:sp>
        <p:nvSpPr>
          <p:cNvPr id="1048584" name="Holder 5">
            <a:extLst xmlns:a="http://schemas.openxmlformats.org/drawingml/2006/main">
              <a:ext uri="{FF2B5EF4-FFF2-40B4-BE49-F238E27FC236}">
                <a16:creationId xmlns:a16="http://schemas.microsoft.com/office/drawing/2014/main" id="{0E81CE7A-CE2F-4777-A138-FFCE48FD1827}"/>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10/9/2026</a:t>
            </a:fld>
            <a:endParaRPr/>
          </a:p>
        </p:txBody>
      </p:sp>
      <p:sp>
        <p:nvSpPr>
          <p:cNvPr id="1048585" name="Holder 6">
            <a:extLst xmlns:a="http://schemas.openxmlformats.org/drawingml/2006/main">
              <a:ext uri="{FF2B5EF4-FFF2-40B4-BE49-F238E27FC236}">
                <a16:creationId xmlns:a16="http://schemas.microsoft.com/office/drawing/2014/main" id="{9052C2D4-ACE8-4292-8F42-FE19B313AFCD}"/>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1048688" name="Holder 2">
            <a:extLst xmlns:a="http://schemas.openxmlformats.org/drawingml/2006/main">
              <a:ext uri="{FF2B5EF4-FFF2-40B4-BE49-F238E27FC236}">
                <a16:creationId xmlns:a16="http://schemas.microsoft.com/office/drawing/2014/main" id="{8441180E-B1BB-416B-BFAB-864BFB25C7A0}"/>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2300" b="1" i="0">
                <a:solidFill>
                  <a:srgbClr val="375F92"/>
                </a:solidFill>
                <a:latin typeface="Palatino Linotype"/>
                <a:ea typeface="Palatino Linotype"/>
                <a:cs typeface="Palatino Linotype"/>
              </a:defRPr>
            </a:lvl1pPr>
          </a:lstStyle>
          <a:p xmlns:a="http://schemas.openxmlformats.org/drawingml/2006/main">
            <a:endParaRPr/>
          </a:p>
        </p:txBody>
      </p:sp>
      <p:sp>
        <p:nvSpPr>
          <p:cNvPr id="1048689" name="Holder 3">
            <a:extLst xmlns:a="http://schemas.openxmlformats.org/drawingml/2006/main">
              <a:ext uri="{FF2B5EF4-FFF2-40B4-BE49-F238E27FC236}">
                <a16:creationId xmlns:a16="http://schemas.microsoft.com/office/drawing/2014/main" id="{F27DA4E9-A1E1-45DF-80D4-28FF4456C55F}"/>
              </a:ext>
            </a:extLst>
          </p:cNvPr>
          <p:cNvSpPr>
            <a:spLocks xmlns:a="http://schemas.openxmlformats.org/drawingml/2006/main" noGrp="1"/>
          </p:cNvSpPr>
          <p:nvPr>
            <p:ph idx="2"/>
          </p:nvPr>
        </p:nvSpPr>
        <p:spPr>
          <a:xfrm xmlns:a="http://schemas.openxmlformats.org/drawingml/2006/main">
            <a:off x="502920" y="1787652"/>
            <a:ext cx="4375404" cy="5129784"/>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endParaRPr/>
          </a:p>
        </p:txBody>
      </p:sp>
      <p:sp>
        <p:nvSpPr>
          <p:cNvPr id="1048690" name="Holder 4">
            <a:extLst xmlns:a="http://schemas.openxmlformats.org/drawingml/2006/main">
              <a:ext uri="{FF2B5EF4-FFF2-40B4-BE49-F238E27FC236}">
                <a16:creationId xmlns:a16="http://schemas.microsoft.com/office/drawing/2014/main" id="{56CE4A87-1F13-4F11-8BAF-EAE9051ECAAE}"/>
              </a:ext>
            </a:extLst>
          </p:cNvPr>
          <p:cNvSpPr>
            <a:spLocks xmlns:a="http://schemas.openxmlformats.org/drawingml/2006/main" noGrp="1"/>
          </p:cNvSpPr>
          <p:nvPr>
            <p:ph idx="3"/>
          </p:nvPr>
        </p:nvSpPr>
        <p:spPr>
          <a:xfrm xmlns:a="http://schemas.openxmlformats.org/drawingml/2006/main">
            <a:off x="5180076" y="1787652"/>
            <a:ext cx="4375404" cy="5129784"/>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endParaRPr/>
          </a:p>
        </p:txBody>
      </p:sp>
      <p:sp>
        <p:nvSpPr>
          <p:cNvPr id="1048691" name="Holder 5">
            <a:extLst xmlns:a="http://schemas.openxmlformats.org/drawingml/2006/main">
              <a:ext uri="{FF2B5EF4-FFF2-40B4-BE49-F238E27FC236}">
                <a16:creationId xmlns:a16="http://schemas.microsoft.com/office/drawing/2014/main" id="{2718384F-8594-4553-8B5A-6D20FDC21423}"/>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a:endParaRPr/>
          </a:p>
        </p:txBody>
      </p:sp>
      <p:sp>
        <p:nvSpPr>
          <p:cNvPr id="1048692" name="Holder 6">
            <a:extLst xmlns:a="http://schemas.openxmlformats.org/drawingml/2006/main">
              <a:ext uri="{FF2B5EF4-FFF2-40B4-BE49-F238E27FC236}">
                <a16:creationId xmlns:a16="http://schemas.microsoft.com/office/drawing/2014/main" id="{B457C80C-A6D9-42F6-8B9A-C9B6971DCD87}"/>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10/9/2026</a:t>
            </a:fld>
            <a:endParaRPr/>
          </a:p>
        </p:txBody>
      </p:sp>
      <p:sp>
        <p:nvSpPr>
          <p:cNvPr id="1048693" name="Holder 7">
            <a:extLst xmlns:a="http://schemas.openxmlformats.org/drawingml/2006/main">
              <a:ext uri="{FF2B5EF4-FFF2-40B4-BE49-F238E27FC236}">
                <a16:creationId xmlns:a16="http://schemas.microsoft.com/office/drawing/2014/main" id="{F014DFD5-9E6E-4834-9249-279927E69145}"/>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obj" preserve="1">
  <p:cSld name="Title Only">
    <p:spTree>
      <p:nvGrpSpPr>
        <p:cNvPr id="1" name=""/>
        <p:cNvGrpSpPr/>
        <p:nvPr/>
      </p:nvGrpSpPr>
      <p:grpSpPr>
        <a:xfrm xmlns:a="http://schemas.openxmlformats.org/drawingml/2006/main"/>
      </p:grpSpPr>
      <p:sp>
        <p:nvSpPr>
          <p:cNvPr id="1048694" name="Holder 2">
            <a:extLst xmlns:a="http://schemas.openxmlformats.org/drawingml/2006/main">
              <a:ext uri="{FF2B5EF4-FFF2-40B4-BE49-F238E27FC236}">
                <a16:creationId xmlns:a16="http://schemas.microsoft.com/office/drawing/2014/main" id="{CF5AA378-3C60-4937-BD65-96C3D1F936F0}"/>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2300" b="1" i="0">
                <a:solidFill>
                  <a:srgbClr val="375F92"/>
                </a:solidFill>
                <a:latin typeface="Palatino Linotype"/>
                <a:ea typeface="Palatino Linotype"/>
                <a:cs typeface="Palatino Linotype"/>
              </a:defRPr>
            </a:lvl1pPr>
          </a:lstStyle>
          <a:p xmlns:a="http://schemas.openxmlformats.org/drawingml/2006/main">
            <a:endParaRPr/>
          </a:p>
        </p:txBody>
      </p:sp>
      <p:sp>
        <p:nvSpPr>
          <p:cNvPr id="1048695" name="Holder 3">
            <a:extLst xmlns:a="http://schemas.openxmlformats.org/drawingml/2006/main">
              <a:ext uri="{FF2B5EF4-FFF2-40B4-BE49-F238E27FC236}">
                <a16:creationId xmlns:a16="http://schemas.microsoft.com/office/drawing/2014/main" id="{FDD2AAB4-0AA0-43A7-A22A-C733843DDD48}"/>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a:endParaRPr/>
          </a:p>
        </p:txBody>
      </p:sp>
      <p:sp>
        <p:nvSpPr>
          <p:cNvPr id="1048696" name="Holder 4">
            <a:extLst xmlns:a="http://schemas.openxmlformats.org/drawingml/2006/main">
              <a:ext uri="{FF2B5EF4-FFF2-40B4-BE49-F238E27FC236}">
                <a16:creationId xmlns:a16="http://schemas.microsoft.com/office/drawing/2014/main" id="{59205092-9531-4885-BDF0-401F432FFE04}"/>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10/9/2026</a:t>
            </a:fld>
            <a:endParaRPr/>
          </a:p>
        </p:txBody>
      </p:sp>
      <p:sp>
        <p:nvSpPr>
          <p:cNvPr id="1048697" name="Holder 5">
            <a:extLst xmlns:a="http://schemas.openxmlformats.org/drawingml/2006/main">
              <a:ext uri="{FF2B5EF4-FFF2-40B4-BE49-F238E27FC236}">
                <a16:creationId xmlns:a16="http://schemas.microsoft.com/office/drawing/2014/main" id="{760AAB50-7DC0-49AE-B433-9291315F9CFE}"/>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showMasterSp="0" type="obj" preserve="1">
  <p:cSld name="Blank">
    <p:bg>
      <p:bgPr>
        <a:solidFill xmlns:a="http://schemas.openxmlformats.org/drawingml/2006/main">
          <a:schemeClr val="bg1"/>
        </a:solidFill>
      </p:bgPr>
    </p:bg>
    <p:spTree>
      <p:nvGrpSpPr>
        <p:cNvPr id="1" name=""/>
        <p:cNvGrpSpPr/>
        <p:nvPr/>
      </p:nvGrpSpPr>
      <p:grpSpPr>
        <a:xfrm xmlns:a="http://schemas.openxmlformats.org/drawingml/2006/main"/>
      </p:grpSpPr>
      <p:pic>
        <p:nvPicPr>
          <p:cNvPr id="2097153" name="bg object 16">
            <a:extLst xmlns:a="http://schemas.openxmlformats.org/drawingml/2006/main">
              <a:ext uri="{FF2B5EF4-FFF2-40B4-BE49-F238E27FC236}">
                <a16:creationId xmlns:a16="http://schemas.microsoft.com/office/drawing/2014/main" id="{D1B32C9C-28AD-491C-B47E-BCD4B629A919}"/>
              </a:ext>
            </a:extLst>
          </p:cNvPr>
          <p:cNvPicPr>
            <a:picLocks xmlns:a="http://schemas.openxmlformats.org/drawingml/2006/main" noChangeAspect="1"/>
          </p:cNvPicPr>
          <p:nvPr/>
        </p:nvPicPr>
        <p:blipFill>
          <a:blip xmlns:r="http://schemas.openxmlformats.org/officeDocument/2006/relationships" xmlns:a="http://schemas.openxmlformats.org/drawingml/2006/main" r:embed="Rb5ca7889e5f74277"/>
          <a:stretch xmlns:a="http://schemas.openxmlformats.org/drawingml/2006/main">
            <a:fillRect l="0" t="0" r="0" b="0"/>
          </a:stretch>
        </p:blipFill>
        <p:spPr>
          <a:xfrm xmlns:a="http://schemas.openxmlformats.org/drawingml/2006/main">
            <a:off x="2648056" y="258722"/>
            <a:ext cx="4601366" cy="704793"/>
          </a:xfrm>
          <a:prstGeom xmlns:a="http://schemas.openxmlformats.org/drawingml/2006/main" prst="rect">
            <a:avLst/>
          </a:prstGeom>
        </p:spPr>
      </p:pic>
      <p:pic>
        <p:nvPicPr>
          <p:cNvPr id="2097154" name="bg object 17">
            <a:extLst xmlns:a="http://schemas.openxmlformats.org/drawingml/2006/main">
              <a:ext uri="{FF2B5EF4-FFF2-40B4-BE49-F238E27FC236}">
                <a16:creationId xmlns:a16="http://schemas.microsoft.com/office/drawing/2014/main" id="{04A855E9-C92D-4557-8912-72934E73AD97}"/>
              </a:ext>
            </a:extLst>
          </p:cNvPr>
          <p:cNvPicPr>
            <a:picLocks xmlns:a="http://schemas.openxmlformats.org/drawingml/2006/main" noChangeAspect="1"/>
          </p:cNvPicPr>
          <p:nvPr/>
        </p:nvPicPr>
        <p:blipFill>
          <a:blip xmlns:r="http://schemas.openxmlformats.org/officeDocument/2006/relationships" xmlns:a="http://schemas.openxmlformats.org/drawingml/2006/main" r:embed="Rbaea689f73e341f8"/>
          <a:stretch xmlns:a="http://schemas.openxmlformats.org/drawingml/2006/main">
            <a:fillRect l="0" t="0" r="0" b="0"/>
          </a:stretch>
        </p:blipFill>
        <p:spPr>
          <a:xfrm xmlns:a="http://schemas.openxmlformats.org/drawingml/2006/main">
            <a:off x="2530316" y="125730"/>
            <a:ext cx="4997767" cy="1045130"/>
          </a:xfrm>
          <a:prstGeom xmlns:a="http://schemas.openxmlformats.org/drawingml/2006/main" prst="rect">
            <a:avLst/>
          </a:prstGeom>
        </p:spPr>
      </p:pic>
      <p:pic>
        <p:nvPicPr>
          <p:cNvPr id="2097155" name="bg object 18">
            <a:extLst xmlns:a="http://schemas.openxmlformats.org/drawingml/2006/main">
              <a:ext uri="{FF2B5EF4-FFF2-40B4-BE49-F238E27FC236}">
                <a16:creationId xmlns:a16="http://schemas.microsoft.com/office/drawing/2014/main" id="{BCD474E0-E034-4B11-94AD-9EB48671CAC4}"/>
              </a:ext>
            </a:extLst>
          </p:cNvPr>
          <p:cNvPicPr>
            <a:picLocks xmlns:a="http://schemas.openxmlformats.org/drawingml/2006/main" noChangeAspect="1"/>
          </p:cNvPicPr>
          <p:nvPr/>
        </p:nvPicPr>
        <p:blipFill>
          <a:blip xmlns:r="http://schemas.openxmlformats.org/officeDocument/2006/relationships" xmlns:a="http://schemas.openxmlformats.org/drawingml/2006/main" r:embed="Rd10227632d5a4f25"/>
          <a:stretch xmlns:a="http://schemas.openxmlformats.org/drawingml/2006/main">
            <a:fillRect l="0" t="0" r="0" b="0"/>
          </a:stretch>
        </p:blipFill>
        <p:spPr>
          <a:xfrm xmlns:a="http://schemas.openxmlformats.org/drawingml/2006/main">
            <a:off x="2663904" y="251407"/>
            <a:ext cx="4577410" cy="506849"/>
          </a:xfrm>
          <a:prstGeom xmlns:a="http://schemas.openxmlformats.org/drawingml/2006/main" prst="rect">
            <a:avLst/>
          </a:prstGeom>
        </p:spPr>
      </p:pic>
      <p:sp>
        <p:nvSpPr>
          <p:cNvPr id="1048588" name="bg object 19">
            <a:extLst xmlns:a="http://schemas.openxmlformats.org/drawingml/2006/main">
              <a:ext uri="{FF2B5EF4-FFF2-40B4-BE49-F238E27FC236}">
                <a16:creationId xmlns:a16="http://schemas.microsoft.com/office/drawing/2014/main" id="{A49217E9-C1E1-4FCF-8203-59FD163381AB}"/>
              </a:ext>
            </a:extLst>
          </p:cNvPr>
          <p:cNvSpPr>
            <a:spLocks xmlns:a="http://schemas.openxmlformats.org/drawingml/2006/main" noGrp="1"/>
          </p:cNvSpPr>
          <p:nvPr/>
        </p:nvSpPr>
        <p:spPr>
          <a:xfrm xmlns:a="http://schemas.openxmlformats.org/drawingml/2006/main">
            <a:off x="2718911" y="290750"/>
            <a:ext cx="4471670" cy="400685"/>
          </a:xfrm>
          <a:custGeom xmlns:a="http://schemas.openxmlformats.org/drawingml/2006/main">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p>
        </p:txBody>
      </p:sp>
      <p:pic>
        <p:nvPicPr>
          <p:cNvPr id="2097156" name="bg object 20">
            <a:extLst xmlns:a="http://schemas.openxmlformats.org/drawingml/2006/main">
              <a:ext uri="{FF2B5EF4-FFF2-40B4-BE49-F238E27FC236}">
                <a16:creationId xmlns:a16="http://schemas.microsoft.com/office/drawing/2014/main" id="{99E02B83-6783-437A-A50C-2D195EA7A72F}"/>
              </a:ext>
            </a:extLst>
          </p:cNvPr>
          <p:cNvPicPr>
            <a:picLocks xmlns:a="http://schemas.openxmlformats.org/drawingml/2006/main" noChangeAspect="1"/>
          </p:cNvPicPr>
          <p:nvPr/>
        </p:nvPicPr>
        <p:blipFill>
          <a:blip xmlns:r="http://schemas.openxmlformats.org/officeDocument/2006/relationships" xmlns:a="http://schemas.openxmlformats.org/drawingml/2006/main" r:embed="Rf0638912bee64c61"/>
          <a:stretch xmlns:a="http://schemas.openxmlformats.org/drawingml/2006/main">
            <a:fillRect l="0" t="0" r="0" b="0"/>
          </a:stretch>
        </p:blipFill>
        <p:spPr>
          <a:xfrm xmlns:a="http://schemas.openxmlformats.org/drawingml/2006/main">
            <a:off x="3292554" y="282840"/>
            <a:ext cx="3375117" cy="569714"/>
          </a:xfrm>
          <a:prstGeom xmlns:a="http://schemas.openxmlformats.org/drawingml/2006/main" prst="rect">
            <a:avLst/>
          </a:prstGeom>
        </p:spPr>
      </p:pic>
      <p:sp>
        <p:nvSpPr>
          <p:cNvPr id="1048589" name="Holder 2">
            <a:extLst xmlns:a="http://schemas.openxmlformats.org/drawingml/2006/main">
              <a:ext uri="{FF2B5EF4-FFF2-40B4-BE49-F238E27FC236}">
                <a16:creationId xmlns:a16="http://schemas.microsoft.com/office/drawing/2014/main" id="{A0015127-E061-4A07-944F-C0019939A86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a:endParaRPr/>
          </a:p>
        </p:txBody>
      </p:sp>
      <p:sp>
        <p:nvSpPr>
          <p:cNvPr id="1048590" name="Holder 3">
            <a:extLst xmlns:a="http://schemas.openxmlformats.org/drawingml/2006/main">
              <a:ext uri="{FF2B5EF4-FFF2-40B4-BE49-F238E27FC236}">
                <a16:creationId xmlns:a16="http://schemas.microsoft.com/office/drawing/2014/main" id="{A255CB28-548B-4F72-8579-E30A80E7CAC4}"/>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10/9/2026</a:t>
            </a:fld>
            <a:endParaRPr/>
          </a:p>
        </p:txBody>
      </p:sp>
      <p:sp>
        <p:nvSpPr>
          <p:cNvPr id="1048591" name="Holder 4">
            <a:extLst xmlns:a="http://schemas.openxmlformats.org/drawingml/2006/main">
              <a:ext uri="{FF2B5EF4-FFF2-40B4-BE49-F238E27FC236}">
                <a16:creationId xmlns:a16="http://schemas.microsoft.com/office/drawing/2014/main" id="{BF7A8EB5-5DF7-4F08-BB07-C70C7441E4FC}"/>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3bbb70c5dd4cbc" /><Relationship Type="http://schemas.openxmlformats.org/officeDocument/2006/relationships/slideLayout" Target="/ppt/slideLayouts/slideLayout1.xml" Id="R54d7227e2a1d41bd" /><Relationship Type="http://schemas.openxmlformats.org/officeDocument/2006/relationships/slideLayout" Target="/ppt/slideLayouts/slideLayout2.xml" Id="Rfb6d578498c4477c" /><Relationship Type="http://schemas.openxmlformats.org/officeDocument/2006/relationships/slideLayout" Target="/ppt/slideLayouts/slideLayout3.xml" Id="Rc17e49e5bd4d438a" /><Relationship Type="http://schemas.openxmlformats.org/officeDocument/2006/relationships/slideLayout" Target="/ppt/slideLayouts/slideLayout4.xml" Id="R5fc6f11d2e4c4b58" /><Relationship Type="http://schemas.openxmlformats.org/officeDocument/2006/relationships/slideLayout" Target="/ppt/slideLayouts/slideLayout5.xml" Id="Rb4f66316b6174253"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48576" name="Holder 2">
            <a:extLst xmlns:a="http://schemas.openxmlformats.org/drawingml/2006/main">
              <a:ext uri="{FF2B5EF4-FFF2-40B4-BE49-F238E27FC236}">
                <a16:creationId xmlns:a16="http://schemas.microsoft.com/office/drawing/2014/main" id="{E6BC3A74-8153-43FD-BEC3-65548EE0AF58}"/>
              </a:ext>
            </a:extLst>
          </p:cNvPr>
          <p:cNvSpPr>
            <a:spLocks xmlns:a="http://schemas.openxmlformats.org/drawingml/2006/main" noGrp="1"/>
          </p:cNvSpPr>
          <p:nvPr>
            <p:ph type="title" idx="0"/>
          </p:nvPr>
        </p:nvSpPr>
        <p:spPr>
          <a:xfrm xmlns:a="http://schemas.openxmlformats.org/drawingml/2006/main">
            <a:off x="3830970" y="881554"/>
            <a:ext cx="2528570" cy="375284"/>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2300" b="1" i="0">
                <a:solidFill>
                  <a:srgbClr val="375F92"/>
                </a:solidFill>
                <a:latin typeface="Palatino Linotype"/>
                <a:ea typeface="Palatino Linotype"/>
                <a:cs typeface="Palatino Linotype"/>
              </a:defRPr>
            </a:lvl1pPr>
          </a:lstStyle>
          <a:p xmlns:a="http://schemas.openxmlformats.org/drawingml/2006/main">
            <a:endParaRPr/>
          </a:p>
        </p:txBody>
      </p:sp>
      <p:sp>
        <p:nvSpPr>
          <p:cNvPr id="1048577" name="Holder 3">
            <a:extLst xmlns:a="http://schemas.openxmlformats.org/drawingml/2006/main">
              <a:ext uri="{FF2B5EF4-FFF2-40B4-BE49-F238E27FC236}">
                <a16:creationId xmlns:a16="http://schemas.microsoft.com/office/drawing/2014/main" id="{6FDC4AA8-A767-4128-99FC-FA03259B5E06}"/>
              </a:ext>
            </a:extLst>
          </p:cNvPr>
          <p:cNvSpPr>
            <a:spLocks xmlns:a="http://schemas.openxmlformats.org/drawingml/2006/main" noGrp="1"/>
          </p:cNvSpPr>
          <p:nvPr>
            <p:ph type="body" idx="1"/>
          </p:nvPr>
        </p:nvSpPr>
        <p:spPr>
          <a:xfrm xmlns:a="http://schemas.openxmlformats.org/drawingml/2006/main">
            <a:off x="621188" y="1409149"/>
            <a:ext cx="8949055" cy="329437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1950" b="1" i="0">
                <a:solidFill>
                  <a:schemeClr val="tx1"/>
                </a:solidFill>
                <a:latin typeface="Palatino Linotype"/>
                <a:ea typeface="Palatino Linotype"/>
                <a:cs typeface="Palatino Linotype"/>
              </a:defRPr>
            </a:lvl1pPr>
          </a:lstStyle>
          <a:p xmlns:a="http://schemas.openxmlformats.org/drawingml/2006/main">
            <a:endParaRPr/>
          </a:p>
        </p:txBody>
      </p:sp>
      <p:sp>
        <p:nvSpPr>
          <p:cNvPr id="1048578" name="Holder 4">
            <a:extLst xmlns:a="http://schemas.openxmlformats.org/drawingml/2006/main">
              <a:ext uri="{FF2B5EF4-FFF2-40B4-BE49-F238E27FC236}">
                <a16:creationId xmlns:a16="http://schemas.microsoft.com/office/drawing/2014/main" id="{3A3F0759-02EA-46CB-8A6F-2DD2133824AB}"/>
              </a:ext>
            </a:extLst>
          </p:cNvPr>
          <p:cNvSpPr>
            <a:spLocks xmlns:a="http://schemas.openxmlformats.org/drawingml/2006/main" noGrp="1"/>
          </p:cNvSpPr>
          <p:nvPr>
            <p:ph type="ftr" idx="5"/>
          </p:nvPr>
        </p:nvSpPr>
        <p:spPr>
          <a:xfrm xmlns:a="http://schemas.openxmlformats.org/drawingml/2006/main">
            <a:off x="3419856" y="7228332"/>
            <a:ext cx="3218688" cy="3886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ctr">
              <a:buNone/>
              <a:defRPr>
                <a:solidFill>
                  <a:schemeClr val="tx1">
                    <a:tint val="75000"/>
                  </a:schemeClr>
                </a:solidFill>
              </a:defRPr>
            </a:lvl1pPr>
          </a:lstStyle>
          <a:p xmlns:a="http://schemas.openxmlformats.org/drawingml/2006/main">
            <a:endParaRPr/>
          </a:p>
        </p:txBody>
      </p:sp>
      <p:sp>
        <p:nvSpPr>
          <p:cNvPr id="1048579" name="Holder 5">
            <a:extLst xmlns:a="http://schemas.openxmlformats.org/drawingml/2006/main">
              <a:ext uri="{FF2B5EF4-FFF2-40B4-BE49-F238E27FC236}">
                <a16:creationId xmlns:a16="http://schemas.microsoft.com/office/drawing/2014/main" id="{5D728FD4-28F5-4AFC-911A-CDDEBB77D277}"/>
              </a:ext>
            </a:extLst>
          </p:cNvPr>
          <p:cNvSpPr>
            <a:spLocks xmlns:a="http://schemas.openxmlformats.org/drawingml/2006/main" noGrp="1"/>
          </p:cNvSpPr>
          <p:nvPr>
            <p:ph type="dt" idx="6"/>
          </p:nvPr>
        </p:nvSpPr>
        <p:spPr>
          <a:xfrm xmlns:a="http://schemas.openxmlformats.org/drawingml/2006/main">
            <a:off x="502920" y="7228332"/>
            <a:ext cx="2313432" cy="3886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10/9/2026</a:t>
            </a:fld>
            <a:endParaRPr/>
          </a:p>
        </p:txBody>
      </p:sp>
      <p:sp>
        <p:nvSpPr>
          <p:cNvPr id="1048580" name="Holder 6">
            <a:extLst xmlns:a="http://schemas.openxmlformats.org/drawingml/2006/main">
              <a:ext uri="{FF2B5EF4-FFF2-40B4-BE49-F238E27FC236}">
                <a16:creationId xmlns:a16="http://schemas.microsoft.com/office/drawing/2014/main" id="{99F1AA76-137D-419E-9A45-3AFE9907F8CF}"/>
              </a:ext>
            </a:extLst>
          </p:cNvPr>
          <p:cNvSpPr>
            <a:spLocks xmlns:a="http://schemas.openxmlformats.org/drawingml/2006/main" noGrp="1"/>
          </p:cNvSpPr>
          <p:nvPr>
            <p:ph type="sldNum" idx="7"/>
          </p:nvPr>
        </p:nvSpPr>
        <p:spPr>
          <a:xfrm xmlns:a="http://schemas.openxmlformats.org/drawingml/2006/main">
            <a:off x="7242048" y="7228332"/>
            <a:ext cx="2313432" cy="3886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d7227e2a1d41bd"/>
    <p:sldLayoutId xmlns:r="http://schemas.openxmlformats.org/officeDocument/2006/relationships" id="2147483650" r:id="Rfb6d578498c4477c"/>
    <p:sldLayoutId xmlns:r="http://schemas.openxmlformats.org/officeDocument/2006/relationships" id="2147483651" r:id="Rc17e49e5bd4d438a"/>
    <p:sldLayoutId xmlns:r="http://schemas.openxmlformats.org/officeDocument/2006/relationships" id="2147483652" r:id="R5fc6f11d2e4c4b58"/>
    <p:sldLayoutId xmlns:r="http://schemas.openxmlformats.org/officeDocument/2006/relationships" id="2147483653" r:id="Rb4f66316b6174253"/>
  </p:sldLayoutIdLst>
  <p:txStyles>
    <p:titleStyle>
      <a:lvl1pPr xmlns:a="http://schemas.openxmlformats.org/drawingml/2006/main">
        <a:buNone/>
        <a:defRPr>
          <a:latin typeface="+mj-lt"/>
          <a:ea typeface="+mj-lt"/>
          <a:cs typeface="+mj-lt"/>
        </a:defRPr>
      </a:lvl1pPr>
    </p:titleStyle>
    <p:bodyStyle>
      <a:lvl1pPr xmlns:a="http://schemas.openxmlformats.org/drawingml/2006/main" marL="0">
        <a:buNone/>
        <a:defRPr>
          <a:latin typeface="+mn-lt"/>
          <a:ea typeface="+mn-lt"/>
          <a:cs typeface="+mn-lt"/>
        </a:defRPr>
      </a:lvl1pPr>
      <a:lvl2pPr xmlns:a="http://schemas.openxmlformats.org/drawingml/2006/main" marL="457200">
        <a:buNone/>
        <a:defRPr>
          <a:latin typeface="+mn-lt"/>
          <a:ea typeface="+mn-lt"/>
          <a:cs typeface="+mn-lt"/>
        </a:defRPr>
      </a:lvl2pPr>
      <a:lvl3pPr xmlns:a="http://schemas.openxmlformats.org/drawingml/2006/main" marL="914400">
        <a:buNone/>
        <a:defRPr>
          <a:latin typeface="+mn-lt"/>
          <a:ea typeface="+mn-lt"/>
          <a:cs typeface="+mn-lt"/>
        </a:defRPr>
      </a:lvl3pPr>
      <a:lvl4pPr xmlns:a="http://schemas.openxmlformats.org/drawingml/2006/main" marL="1371600">
        <a:buNone/>
        <a:defRPr>
          <a:latin typeface="+mn-lt"/>
          <a:ea typeface="+mn-lt"/>
          <a:cs typeface="+mn-lt"/>
        </a:defRPr>
      </a:lvl4pPr>
      <a:lvl5pPr xmlns:a="http://schemas.openxmlformats.org/drawingml/2006/main" marL="1828800">
        <a:buNone/>
        <a:defRPr>
          <a:latin typeface="+mn-lt"/>
          <a:ea typeface="+mn-lt"/>
          <a:cs typeface="+mn-lt"/>
        </a:defRPr>
      </a:lvl5pPr>
      <a:lvl6pPr xmlns:a="http://schemas.openxmlformats.org/drawingml/2006/main" marL="2286000">
        <a:buNone/>
        <a:defRPr>
          <a:latin typeface="+mn-lt"/>
          <a:ea typeface="+mn-lt"/>
          <a:cs typeface="+mn-lt"/>
        </a:defRPr>
      </a:lvl6pPr>
      <a:lvl7pPr xmlns:a="http://schemas.openxmlformats.org/drawingml/2006/main" marL="2743200">
        <a:buNone/>
        <a:defRPr>
          <a:latin typeface="+mn-lt"/>
          <a:ea typeface="+mn-lt"/>
          <a:cs typeface="+mn-lt"/>
        </a:defRPr>
      </a:lvl7pPr>
      <a:lvl8pPr xmlns:a="http://schemas.openxmlformats.org/drawingml/2006/main" marL="3200400">
        <a:buNone/>
        <a:defRPr>
          <a:latin typeface="+mn-lt"/>
          <a:ea typeface="+mn-lt"/>
          <a:cs typeface="+mn-lt"/>
        </a:defRPr>
      </a:lvl8pPr>
      <a:lvl9pPr xmlns:a="http://schemas.openxmlformats.org/drawingml/2006/main" marL="3657600">
        <a:buNone/>
        <a:defRPr>
          <a:latin typeface="+mn-lt"/>
          <a:ea typeface="+mn-lt"/>
          <a:cs typeface="+mn-lt"/>
        </a:defRPr>
      </a:lvl9pPr>
    </p:bodyStyle>
    <p:otherStyle>
      <a:lvl1pPr xmlns:a="http://schemas.openxmlformats.org/drawingml/2006/main" marL="0">
        <a:buNone/>
        <a:defRPr>
          <a:latin typeface="+mn-lt"/>
          <a:ea typeface="+mn-lt"/>
          <a:cs typeface="+mn-lt"/>
        </a:defRPr>
      </a:lvl1pPr>
      <a:lvl2pPr xmlns:a="http://schemas.openxmlformats.org/drawingml/2006/main" marL="457200">
        <a:buNone/>
        <a:defRPr>
          <a:latin typeface="+mn-lt"/>
          <a:ea typeface="+mn-lt"/>
          <a:cs typeface="+mn-lt"/>
        </a:defRPr>
      </a:lvl2pPr>
      <a:lvl3pPr xmlns:a="http://schemas.openxmlformats.org/drawingml/2006/main" marL="914400">
        <a:buNone/>
        <a:defRPr>
          <a:latin typeface="+mn-lt"/>
          <a:ea typeface="+mn-lt"/>
          <a:cs typeface="+mn-lt"/>
        </a:defRPr>
      </a:lvl3pPr>
      <a:lvl4pPr xmlns:a="http://schemas.openxmlformats.org/drawingml/2006/main" marL="1371600">
        <a:buNone/>
        <a:defRPr>
          <a:latin typeface="+mn-lt"/>
          <a:ea typeface="+mn-lt"/>
          <a:cs typeface="+mn-lt"/>
        </a:defRPr>
      </a:lvl4pPr>
      <a:lvl5pPr xmlns:a="http://schemas.openxmlformats.org/drawingml/2006/main" marL="1828800">
        <a:buNone/>
        <a:defRPr>
          <a:latin typeface="+mn-lt"/>
          <a:ea typeface="+mn-lt"/>
          <a:cs typeface="+mn-lt"/>
        </a:defRPr>
      </a:lvl5pPr>
      <a:lvl6pPr xmlns:a="http://schemas.openxmlformats.org/drawingml/2006/main" marL="2286000">
        <a:buNone/>
        <a:defRPr>
          <a:latin typeface="+mn-lt"/>
          <a:ea typeface="+mn-lt"/>
          <a:cs typeface="+mn-lt"/>
        </a:defRPr>
      </a:lvl6pPr>
      <a:lvl7pPr xmlns:a="http://schemas.openxmlformats.org/drawingml/2006/main" marL="2743200">
        <a:buNone/>
        <a:defRPr>
          <a:latin typeface="+mn-lt"/>
          <a:ea typeface="+mn-lt"/>
          <a:cs typeface="+mn-lt"/>
        </a:defRPr>
      </a:lvl7pPr>
      <a:lvl8pPr xmlns:a="http://schemas.openxmlformats.org/drawingml/2006/main" marL="3200400">
        <a:buNone/>
        <a:defRPr>
          <a:latin typeface="+mn-lt"/>
          <a:ea typeface="+mn-lt"/>
          <a:cs typeface="+mn-lt"/>
        </a:defRPr>
      </a:lvl8pPr>
      <a:lvl9pPr xmlns:a="http://schemas.openxmlformats.org/drawingml/2006/main" marL="3657600">
        <a:buNone/>
        <a:defRPr>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e2d1a0bfd0e41b7" /><Relationship Type="http://schemas.openxmlformats.org/officeDocument/2006/relationships/image" Target="/ppt/media/image5.png" Id="R26d17d05fa5b4dc7" /><Relationship Type="http://schemas.openxmlformats.org/officeDocument/2006/relationships/image" Target="/ppt/media/image2.png" Id="R6778e6f7e93e42df" /><Relationship Type="http://schemas.openxmlformats.org/officeDocument/2006/relationships/image" Target="/ppt/media/image6.png" Id="Rebadbbc7edf941a4" /><Relationship Type="http://schemas.openxmlformats.org/officeDocument/2006/relationships/image" Target="/ppt/media/image.jpeg" Id="R3c089ec67019456c" /><Relationship Type="http://schemas.openxmlformats.org/officeDocument/2006/relationships/notesSlide" Target="/ppt/notesSlides/notesSlide1.xml" Id="R93af98773c8741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261ce9f894e4b8a" /><Relationship Type="http://schemas.openxmlformats.org/officeDocument/2006/relationships/image" Target="/ppt/media/image5.png" Id="R1fe4c652f81d4bb1" /><Relationship Type="http://schemas.openxmlformats.org/officeDocument/2006/relationships/image" Target="/ppt/media/image2.png" Id="R6a4e88582ae4473d" /><Relationship Type="http://schemas.openxmlformats.org/officeDocument/2006/relationships/image" Target="/ppt/media/image6.png" Id="R3b5afd65c01446d2" /><Relationship Type="http://schemas.openxmlformats.org/officeDocument/2006/relationships/image" Target="/ppt/media/image2.jpeg" Id="Rca1d442655d745bb" /><Relationship Type="http://schemas.openxmlformats.org/officeDocument/2006/relationships/notesSlide" Target="/ppt/notesSlides/notesSlide2.xml" Id="Rc93993ee6f8f43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d45055640cf4c13" /><Relationship Type="http://schemas.openxmlformats.org/officeDocument/2006/relationships/image" Target="/ppt/media/image5.png" Id="Rc4cdfdc4fe99442a" /><Relationship Type="http://schemas.openxmlformats.org/officeDocument/2006/relationships/image" Target="/ppt/media/image2.png" Id="R104d94961cab4b97" /><Relationship Type="http://schemas.openxmlformats.org/officeDocument/2006/relationships/image" Target="/ppt/media/image6.png" Id="R00cd6d98080442a9" /><Relationship Type="http://schemas.openxmlformats.org/officeDocument/2006/relationships/image" Target="/ppt/media/image3.jpeg" Id="R0bde9c972bec4a71" /><Relationship Type="http://schemas.openxmlformats.org/officeDocument/2006/relationships/notesSlide" Target="/ppt/notesSlides/notesSlide3.xml" Id="R0ba4489c65e84b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07ba63abbc94f2c" /><Relationship Type="http://schemas.openxmlformats.org/officeDocument/2006/relationships/image" Target="/ppt/media/image5.png" Id="R9dfea4018f554183" /><Relationship Type="http://schemas.openxmlformats.org/officeDocument/2006/relationships/image" Target="/ppt/media/image2.png" Id="R14325ab0f4f048a8" /><Relationship Type="http://schemas.openxmlformats.org/officeDocument/2006/relationships/image" Target="/ppt/media/image6.png" Id="R97a1d830aa1e49cc" /><Relationship Type="http://schemas.openxmlformats.org/officeDocument/2006/relationships/image" Target="/ppt/media/image4.jpeg" Id="R65cb2807ba8649a5" /><Relationship Type="http://schemas.openxmlformats.org/officeDocument/2006/relationships/notesSlide" Target="/ppt/notesSlides/notesSlide4.xml" Id="Rba7f64f78fa749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f2500a0b10c4d55" /><Relationship Type="http://schemas.openxmlformats.org/officeDocument/2006/relationships/image" Target="/ppt/media/image5.png" Id="R99a35466825b4c64" /><Relationship Type="http://schemas.openxmlformats.org/officeDocument/2006/relationships/image" Target="/ppt/media/image2.png" Id="R8abf17f4c72546a3" /><Relationship Type="http://schemas.openxmlformats.org/officeDocument/2006/relationships/image" Target="/ppt/media/image6.png" Id="Raf7cd4aa510b41df" /><Relationship Type="http://schemas.openxmlformats.org/officeDocument/2006/relationships/image" Target="/ppt/media/image5.jpeg" Id="R062dd6b252e54195" /><Relationship Type="http://schemas.openxmlformats.org/officeDocument/2006/relationships/notesSlide" Target="/ppt/notesSlides/notesSlide5.xml" Id="Rb5e0a1bab86741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db0f963d5404061" /><Relationship Type="http://schemas.openxmlformats.org/officeDocument/2006/relationships/image" Target="/ppt/media/image5.png" Id="R84e5498e07934108" /><Relationship Type="http://schemas.openxmlformats.org/officeDocument/2006/relationships/image" Target="/ppt/media/image2.png" Id="R6980754aca9f4e5f" /><Relationship Type="http://schemas.openxmlformats.org/officeDocument/2006/relationships/image" Target="/ppt/media/image6.png" Id="Rd1ee8e6134134749" /><Relationship Type="http://schemas.openxmlformats.org/officeDocument/2006/relationships/image" Target="/ppt/media/image6.jpeg" Id="Re48c161e3df44a9a" /><Relationship Type="http://schemas.openxmlformats.org/officeDocument/2006/relationships/notesSlide" Target="/ppt/notesSlides/notesSlide6.xml" Id="R59311e06046542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b0dc33c242c4e61" /><Relationship Type="http://schemas.openxmlformats.org/officeDocument/2006/relationships/image" Target="/ppt/media/image5.png" Id="R3ca1e1b1b6904c98" /><Relationship Type="http://schemas.openxmlformats.org/officeDocument/2006/relationships/image" Target="/ppt/media/image2.png" Id="R573b72d09b984c80" /><Relationship Type="http://schemas.openxmlformats.org/officeDocument/2006/relationships/image" Target="/ppt/media/image6.png" Id="R0a31b4c4a9df4ca1" /><Relationship Type="http://schemas.openxmlformats.org/officeDocument/2006/relationships/image" Target="/ppt/media/image7.jpeg" Id="Re5da73c8f9824575" /><Relationship Type="http://schemas.openxmlformats.org/officeDocument/2006/relationships/notesSlide" Target="/ppt/notesSlides/notesSlide7.xml" Id="R7b9ce656ddb043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00b5208963b4243" /><Relationship Type="http://schemas.openxmlformats.org/officeDocument/2006/relationships/image" Target="/ppt/media/image5.png" Id="Rf759ef8175c943fb" /><Relationship Type="http://schemas.openxmlformats.org/officeDocument/2006/relationships/image" Target="/ppt/media/image2.png" Id="R4ec16a6f2af74aea" /><Relationship Type="http://schemas.openxmlformats.org/officeDocument/2006/relationships/image" Target="/ppt/media/image6.png" Id="Re2da21fedaae46c3" /><Relationship Type="http://schemas.openxmlformats.org/officeDocument/2006/relationships/image" Target="/ppt/media/image8.jpeg" Id="Rb42877770b7e4a59" /><Relationship Type="http://schemas.openxmlformats.org/officeDocument/2006/relationships/notesSlide" Target="/ppt/notesSlides/notesSlide8.xml" Id="Rc0defab06c5c42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d167afa630240bb" /><Relationship Type="http://schemas.openxmlformats.org/officeDocument/2006/relationships/image" Target="/ppt/media/image9.jpeg" Id="R71333382fb214840" /><Relationship Type="http://schemas.openxmlformats.org/officeDocument/2006/relationships/image" Target="/ppt/media/image5.png" Id="R9369c008b6874e9b" /><Relationship Type="http://schemas.openxmlformats.org/officeDocument/2006/relationships/image" Target="/ppt/media/image2.png" Id="R2a49b8a9ac2f4a02" /><Relationship Type="http://schemas.openxmlformats.org/officeDocument/2006/relationships/image" Target="/ppt/media/image6.png" Id="R22f980c3afcf43a3" /><Relationship Type="http://schemas.openxmlformats.org/officeDocument/2006/relationships/image" Target="/ppt/media/image10.jpeg" Id="Rc50105e646474036" /><Relationship Type="http://schemas.openxmlformats.org/officeDocument/2006/relationships/image" Target="/ppt/media/image7.png" Id="Rb440df24fbec4748" /><Relationship Type="http://schemas.openxmlformats.org/officeDocument/2006/relationships/image" Target="/ppt/media/image8.png" Id="R05c82878330d4ee4" /><Relationship Type="http://schemas.openxmlformats.org/officeDocument/2006/relationships/image" Target="/ppt/media/image9.png" Id="R5e6c1731f7d145c7" /><Relationship Type="http://schemas.openxmlformats.org/officeDocument/2006/relationships/notesSlide" Target="/ppt/notesSlides/notesSlide9.xml" Id="R260b1a11b7a94a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665cbd444bd4022" /><Relationship Type="http://schemas.openxmlformats.org/officeDocument/2006/relationships/image" Target="/ppt/media/image11.jpeg" Id="Rd5f6c8176d9041bf" /><Relationship Type="http://schemas.openxmlformats.org/officeDocument/2006/relationships/image" Target="/ppt/media/image5.png" Id="R012984ece5634b1d" /><Relationship Type="http://schemas.openxmlformats.org/officeDocument/2006/relationships/image" Target="/ppt/media/image2.png" Id="Rfee691a82d4b40e1" /><Relationship Type="http://schemas.openxmlformats.org/officeDocument/2006/relationships/image" Target="/ppt/media/image6.png" Id="R847cd0f12ad94274" /><Relationship Type="http://schemas.openxmlformats.org/officeDocument/2006/relationships/image" Target="/ppt/media/image12.jpeg" Id="R705aba9dbe36477a" /><Relationship Type="http://schemas.openxmlformats.org/officeDocument/2006/relationships/image" Target="/ppt/media/image13.jpeg" Id="Re7ea6fe3549746a8" /><Relationship Type="http://schemas.openxmlformats.org/officeDocument/2006/relationships/notesSlide" Target="/ppt/notesSlides/notesSlide10.xml" Id="R586e68a611ba40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2fe08a15b21465a" /><Relationship Type="http://schemas.openxmlformats.org/officeDocument/2006/relationships/image" Target="/ppt/media/image5.png" Id="R7212d7f9feb042bb" /><Relationship Type="http://schemas.openxmlformats.org/officeDocument/2006/relationships/image" Target="/ppt/media/image2.png" Id="Rf217d67ecf9b4570" /><Relationship Type="http://schemas.openxmlformats.org/officeDocument/2006/relationships/image" Target="/ppt/media/image6.png" Id="Rbc1d78c12b874ff9" /><Relationship Type="http://schemas.openxmlformats.org/officeDocument/2006/relationships/image" Target="/ppt/media/image14.jpeg" Id="R6319c8c60b064ff4" /><Relationship Type="http://schemas.openxmlformats.org/officeDocument/2006/relationships/notesSlide" Target="/ppt/notesSlides/notesSlide11.xml" Id="Rc11cd616c406454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9df5dbf991744dd" /><Relationship Type="http://schemas.openxmlformats.org/officeDocument/2006/relationships/image" Target="/ppt/media/image5.png" Id="R289bef634c944637" /><Relationship Type="http://schemas.openxmlformats.org/officeDocument/2006/relationships/image" Target="/ppt/media/image2.png" Id="R15d8a0c38bac419e" /><Relationship Type="http://schemas.openxmlformats.org/officeDocument/2006/relationships/image" Target="/ppt/media/image6.png" Id="Rfcd38705de5e46cd" /><Relationship Type="http://schemas.openxmlformats.org/officeDocument/2006/relationships/image" Target="/ppt/media/image15.jpeg" Id="Ra19438a8ee11448f" /><Relationship Type="http://schemas.openxmlformats.org/officeDocument/2006/relationships/notesSlide" Target="/ppt/notesSlides/notesSlide12.xml" Id="R65f927768c3e46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5bafb878830440bb" /><Relationship Type="http://schemas.openxmlformats.org/officeDocument/2006/relationships/image" Target="/ppt/media/image5.png" Id="Rc3f23ee841424763" /><Relationship Type="http://schemas.openxmlformats.org/officeDocument/2006/relationships/image" Target="/ppt/media/image2.png" Id="Rcfd30ad2afd24f2c" /><Relationship Type="http://schemas.openxmlformats.org/officeDocument/2006/relationships/image" Target="/ppt/media/image6.png" Id="Rb5e4aafd32684b68" /><Relationship Type="http://schemas.openxmlformats.org/officeDocument/2006/relationships/image" Target="/ppt/media/image16.jpeg" Id="R700989af70c04554" /><Relationship Type="http://schemas.openxmlformats.org/officeDocument/2006/relationships/notesSlide" Target="/ppt/notesSlides/notesSlide13.xml" Id="R5fc66802c78449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6eb551362c449f7" /><Relationship Type="http://schemas.openxmlformats.org/officeDocument/2006/relationships/image" Target="/ppt/media/image5.png" Id="R3e62f4286c494333" /><Relationship Type="http://schemas.openxmlformats.org/officeDocument/2006/relationships/image" Target="/ppt/media/image2.png" Id="R929e63d54a6b43be" /><Relationship Type="http://schemas.openxmlformats.org/officeDocument/2006/relationships/image" Target="/ppt/media/image6.png" Id="Rcb48db7ce6a24aa8" /><Relationship Type="http://schemas.openxmlformats.org/officeDocument/2006/relationships/image" Target="/ppt/media/image17.jpeg" Id="R0a57a955740647f1" /><Relationship Type="http://schemas.openxmlformats.org/officeDocument/2006/relationships/notesSlide" Target="/ppt/notesSlides/notesSlide14.xml" Id="R64917a5cc9004f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70241571d48c45a8" /><Relationship Type="http://schemas.openxmlformats.org/officeDocument/2006/relationships/image" Target="/ppt/media/image5.png" Id="R366aba0b2c8f4011" /><Relationship Type="http://schemas.openxmlformats.org/officeDocument/2006/relationships/image" Target="/ppt/media/image2.png" Id="R71678c5fefd74b57" /><Relationship Type="http://schemas.openxmlformats.org/officeDocument/2006/relationships/image" Target="/ppt/media/image6.png" Id="R174703efc57b49ec" /><Relationship Type="http://schemas.openxmlformats.org/officeDocument/2006/relationships/image" Target="/ppt/media/image18.jpeg" Id="Rfaa005747666469e" /><Relationship Type="http://schemas.openxmlformats.org/officeDocument/2006/relationships/notesSlide" Target="/ppt/notesSlides/notesSlide15.xml" Id="R97b51736169549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c821d46675d437f" /><Relationship Type="http://schemas.openxmlformats.org/officeDocument/2006/relationships/image" Target="/ppt/media/image5.png" Id="R4fef9d83ccb7487b" /><Relationship Type="http://schemas.openxmlformats.org/officeDocument/2006/relationships/image" Target="/ppt/media/image2.png" Id="R8c7bce6e681e466d" /><Relationship Type="http://schemas.openxmlformats.org/officeDocument/2006/relationships/image" Target="/ppt/media/image6.png" Id="R9e4727f8c412400f" /><Relationship Type="http://schemas.openxmlformats.org/officeDocument/2006/relationships/image" Target="/ppt/media/image19.jpeg" Id="R8940345845294764" /><Relationship Type="http://schemas.openxmlformats.org/officeDocument/2006/relationships/notesSlide" Target="/ppt/notesSlides/notesSlide16.xml" Id="Rf7051589f9ac44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9a4fccb5a2b445eb" /><Relationship Type="http://schemas.openxmlformats.org/officeDocument/2006/relationships/image" Target="/ppt/media/image5.png" Id="Rd34c2f8ecc374d7e" /><Relationship Type="http://schemas.openxmlformats.org/officeDocument/2006/relationships/image" Target="/ppt/media/image2.png" Id="Rded3d2fa0a5446cf" /><Relationship Type="http://schemas.openxmlformats.org/officeDocument/2006/relationships/image" Target="/ppt/media/image6.png" Id="Rd14d5867f7b14be7" /><Relationship Type="http://schemas.openxmlformats.org/officeDocument/2006/relationships/image" Target="/ppt/media/image20.jpeg" Id="Rc742653cabeb4f6e" /><Relationship Type="http://schemas.openxmlformats.org/officeDocument/2006/relationships/notesSlide" Target="/ppt/notesSlides/notesSlide17.xml" Id="R3de2fbe7607e4f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50195a496aaa453c" /><Relationship Type="http://schemas.openxmlformats.org/officeDocument/2006/relationships/image" Target="/ppt/media/image5.png" Id="R22a0aa99b9bc41a8" /><Relationship Type="http://schemas.openxmlformats.org/officeDocument/2006/relationships/image" Target="/ppt/media/image2.png" Id="R83f65330cdcf4174" /><Relationship Type="http://schemas.openxmlformats.org/officeDocument/2006/relationships/image" Target="/ppt/media/image6.png" Id="R04af2e7365924462" /><Relationship Type="http://schemas.openxmlformats.org/officeDocument/2006/relationships/image" Target="/ppt/media/image21.jpeg" Id="R362496ef348b4ff1" /><Relationship Type="http://schemas.openxmlformats.org/officeDocument/2006/relationships/notesSlide" Target="/ppt/notesSlides/notesSlide18.xml" Id="Rc849581f1281415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0912E267-CC77-4087-9561-4427384A4839}"/>
              </a:ext>
            </a:extLst>
          </p:cNvPr>
          <p:cNvPicPr>
            <a:picLocks xmlns:a="http://schemas.openxmlformats.org/drawingml/2006/main" noChangeAspect="1"/>
          </p:cNvPicPr>
          <p:nvPr/>
        </p:nvPicPr>
        <p:blipFill>
          <a:blip xmlns:r="http://schemas.openxmlformats.org/officeDocument/2006/relationships" xmlns:a="http://schemas.openxmlformats.org/drawingml/2006/main" r:embed="R26d17d05fa5b4dc7"/>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8CE49AD7-D81F-424C-AA02-454221E79B96}"/>
              </a:ext>
            </a:extLst>
          </p:cNvPr>
          <p:cNvPicPr>
            <a:picLocks xmlns:a="http://schemas.openxmlformats.org/drawingml/2006/main" noChangeAspect="1"/>
          </p:cNvPicPr>
          <p:nvPr/>
        </p:nvPicPr>
        <p:blipFill>
          <a:blip xmlns:r="http://schemas.openxmlformats.org/officeDocument/2006/relationships" xmlns:a="http://schemas.openxmlformats.org/drawingml/2006/main" r:embed="R6778e6f7e93e42df"/>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A42B0C46-DF27-4436-8085-BCE27523ACCF}"/>
              </a:ext>
            </a:extLst>
          </p:cNvPr>
          <p:cNvPicPr>
            <a:picLocks xmlns:a="http://schemas.openxmlformats.org/drawingml/2006/main" noChangeAspect="1"/>
          </p:cNvPicPr>
          <p:nvPr/>
        </p:nvPicPr>
        <p:blipFill>
          <a:blip xmlns:r="http://schemas.openxmlformats.org/officeDocument/2006/relationships" xmlns:a="http://schemas.openxmlformats.org/drawingml/2006/main" r:embed="Rebadbbc7edf941a4"/>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200" b="1">
                <a:solidFill>
                  <a:schemeClr val="bg1"/>
                </a:solidFill>
                <a:latin typeface="Times New Roman"/>
                <a:ea typeface="Times New Roman"/>
                <a:cs typeface="Times New Roman"/>
              </a:rPr>
              <a:t>API &amp; Microservices Project</a:t>
            </a:r>
          </a:p>
        </p:txBody>
      </p:sp>
      <p:pic>
        <p:nvPicPr>
          <p:cNvPr id="10" name="object 3">
            <a:extLst xmlns:a="http://schemas.openxmlformats.org/drawingml/2006/main">
              <a:ext uri="{FF2B5EF4-FFF2-40B4-BE49-F238E27FC236}">
                <a16:creationId xmlns:a16="http://schemas.microsoft.com/office/drawing/2014/main" id="{7D528FE5-AB69-4DC4-ADCD-8E22C216DE6C}"/>
              </a:ext>
            </a:extLst>
          </p:cNvPr>
          <p:cNvPicPr>
            <a:picLocks xmlns:a="http://schemas.openxmlformats.org/drawingml/2006/main" noChangeAspect="1"/>
          </p:cNvPicPr>
          <p:nvPr/>
        </p:nvPicPr>
        <p:blipFill>
          <a:blip xmlns:r="http://schemas.openxmlformats.org/officeDocument/2006/relationships" xmlns:a="http://schemas.openxmlformats.org/drawingml/2006/main" r:embed="R3c089ec67019456c"/>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3F451EE2-4D35-4D37-9F9F-83547499C002}"/>
              </a:ext>
            </a:extLst>
          </p:cNvPr>
          <p:cNvSpPr>
            <a:spLocks xmlns:a="http://schemas.openxmlformats.org/drawingml/2006/main" noGrp="1"/>
          </p:cNvSpPr>
          <p:nvPr/>
        </p:nvSpPr>
        <p:spPr>
          <a:xfrm xmlns:a="http://schemas.openxmlformats.org/drawingml/2006/main">
            <a:off x="548640" y="1691640"/>
            <a:ext cx="8961120" cy="13614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4000" b="1" i="0">
                <a:solidFill>
                  <a:srgbClr val="1B3F8B"/>
                </a:solidFill>
                <a:latin typeface="Times New Roman"/>
                <a:ea typeface="Times New Roman"/>
                <a:cs typeface="Times New Roman"/>
              </a:rPr>
              <a:t>E-Commerce Product &amp; Order System</a:t>
            </a:r>
          </a:p>
          <a:p xmlns:a="http://schemas.openxmlformats.org/drawingml/2006/main">
            <a:pPr algn="ctr">
              <a:spcAft>
                <a:spcPts val="400"/>
              </a:spcAft>
              <a:buNone/>
            </a:pPr>
            <a:endParaRPr sz="4000" b="1" i="0">
              <a:solidFill>
                <a:srgbClr val="1B3F8B"/>
              </a:solidFill>
              <a:latin typeface="Times New Roman"/>
              <a:ea typeface="Times New Roman"/>
              <a:cs typeface="Times New Roman"/>
            </a:endParaRPr>
          </a:p>
        </p:txBody>
      </p:sp>
      <p:sp>
        <p:nvSpPr>
          <p:cNvPr id="12" name="TextBox 11">
            <a:extLst xmlns:a="http://schemas.openxmlformats.org/drawingml/2006/main">
              <a:ext uri="{FF2B5EF4-FFF2-40B4-BE49-F238E27FC236}">
                <a16:creationId xmlns:a16="http://schemas.microsoft.com/office/drawing/2014/main" id="{A7A15AC3-A67C-41D5-B9E1-3D2DD86B377A}"/>
              </a:ext>
            </a:extLst>
          </p:cNvPr>
          <p:cNvSpPr>
            <a:spLocks xmlns:a="http://schemas.openxmlformats.org/drawingml/2006/main" noGrp="1"/>
          </p:cNvSpPr>
          <p:nvPr/>
        </p:nvSpPr>
        <p:spPr>
          <a:xfrm xmlns:a="http://schemas.openxmlformats.org/drawingml/2006/main">
            <a:off x="914400" y="2514600"/>
            <a:ext cx="8229600" cy="6400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800" b="0" i="1">
                <a:solidFill>
                  <a:srgbClr val="555555"/>
                </a:solidFill>
                <a:latin typeface="Times New Roman"/>
                <a:ea typeface="Times New Roman"/>
                <a:cs typeface="Times New Roman"/>
              </a:rPr>
              <a:t>ApexMart: a Spring Boot microservices project for product and order management with SOAP invoicing</a:t>
            </a:r>
          </a:p>
        </p:txBody>
      </p:sp>
      <p:sp>
        <p:nvSpPr>
          <p:cNvPr id="13" name="Rounded Rectangle 12">
            <a:extLst xmlns:a="http://schemas.openxmlformats.org/drawingml/2006/main">
              <a:ext uri="{FF2B5EF4-FFF2-40B4-BE49-F238E27FC236}">
                <a16:creationId xmlns:a16="http://schemas.microsoft.com/office/drawing/2014/main" id="{6CCD3E1B-B280-4F55-8FE0-DFEFB6776F4C}"/>
              </a:ext>
            </a:extLst>
          </p:cNvPr>
          <p:cNvSpPr>
            <a:spLocks xmlns:a="http://schemas.openxmlformats.org/drawingml/2006/main" noGrp="1"/>
          </p:cNvSpPr>
          <p:nvPr/>
        </p:nvSpPr>
        <p:spPr>
          <a:xfrm xmlns:a="http://schemas.openxmlformats.org/drawingml/2006/main">
            <a:off x="1371600" y="3657600"/>
            <a:ext cx="7315200" cy="21488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4" name="TextBox 13">
            <a:extLst xmlns:a="http://schemas.openxmlformats.org/drawingml/2006/main">
              <a:ext uri="{FF2B5EF4-FFF2-40B4-BE49-F238E27FC236}">
                <a16:creationId xmlns:a16="http://schemas.microsoft.com/office/drawing/2014/main" id="{3D8BBBCA-B34C-4C04-ABBD-DAAF24B8F79F}"/>
              </a:ext>
            </a:extLst>
          </p:cNvPr>
          <p:cNvSpPr>
            <a:spLocks xmlns:a="http://schemas.openxmlformats.org/drawingml/2006/main" noGrp="1"/>
          </p:cNvSpPr>
          <p:nvPr/>
        </p:nvSpPr>
        <p:spPr>
          <a:xfrm xmlns:a="http://schemas.openxmlformats.org/drawingml/2006/main">
            <a:off x="1645920" y="3794760"/>
            <a:ext cx="329184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800" b="1" i="0">
                <a:solidFill>
                  <a:srgbClr val="FF6600"/>
                </a:solidFill>
                <a:latin typeface="Times New Roman"/>
                <a:ea typeface="Times New Roman"/>
                <a:cs typeface="Times New Roman"/>
              </a:rPr>
              <a:t>Submitted by</a:t>
            </a:r>
          </a:p>
        </p:txBody>
      </p:sp>
      <p:sp>
        <p:nvSpPr>
          <p:cNvPr id="15" name="TextBox 14">
            <a:extLst xmlns:a="http://schemas.openxmlformats.org/drawingml/2006/main">
              <a:ext uri="{FF2B5EF4-FFF2-40B4-BE49-F238E27FC236}">
                <a16:creationId xmlns:a16="http://schemas.microsoft.com/office/drawing/2014/main" id="{84D3BC45-3E09-485D-AF14-2F232948233A}"/>
              </a:ext>
            </a:extLst>
          </p:cNvPr>
          <p:cNvSpPr>
            <a:spLocks xmlns:a="http://schemas.openxmlformats.org/drawingml/2006/main" noGrp="1"/>
          </p:cNvSpPr>
          <p:nvPr/>
        </p:nvSpPr>
        <p:spPr>
          <a:xfrm xmlns:a="http://schemas.openxmlformats.org/drawingml/2006/main">
            <a:off x="1645920" y="4206240"/>
            <a:ext cx="3383280" cy="12954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600"/>
              </a:spcAft>
              <a:buNone/>
            </a:pPr>
            <a:r>
              <a:rPr sz="1600">
                <a:solidFill>
                  <a:srgbClr val="222222"/>
                </a:solidFill>
                <a:latin typeface="Times New Roman"/>
                <a:ea typeface="Times New Roman"/>
                <a:cs typeface="Times New Roman"/>
              </a:rPr>
              <a:t>G Ram Prasad - 24B11AI108</a:t>
            </a:r>
            <a:endParaRPr sz="1600" b="0" i="0">
              <a:solidFill>
                <a:srgbClr val="222222"/>
              </a:solidFill>
              <a:latin typeface="Times New Roman"/>
              <a:ea typeface="Times New Roman"/>
              <a:cs typeface="Times New Roman"/>
            </a:endParaRPr>
          </a:p>
          <a:p xmlns:a="http://schemas.openxmlformats.org/drawingml/2006/main">
            <a:pPr algn="l">
              <a:spcAft>
                <a:spcPts val="600"/>
              </a:spcAft>
              <a:buNone/>
            </a:pPr>
            <a:r>
              <a:rPr sz="1600">
                <a:solidFill>
                  <a:srgbClr val="222222"/>
                </a:solidFill>
                <a:latin typeface="Times New Roman"/>
                <a:ea typeface="Times New Roman"/>
                <a:cs typeface="Times New Roman"/>
              </a:rPr>
              <a:t>V Sri Sai Kishore - 24B11AI452</a:t>
            </a:r>
            <a:endParaRPr sz="1600" b="0" i="0">
              <a:solidFill>
                <a:srgbClr val="222222"/>
              </a:solidFill>
              <a:latin typeface="Times New Roman"/>
              <a:ea typeface="Times New Roman"/>
              <a:cs typeface="Times New Roman"/>
            </a:endParaRPr>
          </a:p>
          <a:p xmlns:a="http://schemas.openxmlformats.org/drawingml/2006/main">
            <a:pPr algn="l">
              <a:spcAft>
                <a:spcPts val="600"/>
              </a:spcAft>
              <a:buNone/>
            </a:pPr>
            <a:r>
              <a:rPr sz="1600">
                <a:solidFill>
                  <a:srgbClr val="222222"/>
                </a:solidFill>
                <a:latin typeface="Times New Roman"/>
                <a:ea typeface="Times New Roman"/>
                <a:cs typeface="Times New Roman"/>
              </a:rPr>
              <a:t>V Siva Kumar - 24B11AI454</a:t>
            </a:r>
            <a:endParaRPr sz="1600" b="0" i="0">
              <a:solidFill>
                <a:srgbClr val="222222"/>
              </a:solidFill>
              <a:latin typeface="Times New Roman"/>
              <a:ea typeface="Times New Roman"/>
              <a:cs typeface="Times New Roman"/>
            </a:endParaRPr>
          </a:p>
          <a:p xmlns:a="http://schemas.openxmlformats.org/drawingml/2006/main">
            <a:pPr algn="l">
              <a:spcAft>
                <a:spcPts val="600"/>
              </a:spcAft>
              <a:buNone/>
            </a:pPr>
            <a:r>
              <a:rPr sz="1600">
                <a:solidFill>
                  <a:srgbClr val="222222"/>
                </a:solidFill>
                <a:latin typeface="Times New Roman"/>
                <a:ea typeface="Times New Roman"/>
                <a:cs typeface="Times New Roman"/>
              </a:rPr>
              <a:t>P Karthikeya Kumar - 24B11AI340</a:t>
            </a:r>
            <a:endParaRPr sz="1600" b="0" i="0">
              <a:solidFill>
                <a:srgbClr val="222222"/>
              </a:solidFill>
              <a:latin typeface="Times New Roman"/>
              <a:ea typeface="Times New Roman"/>
              <a:cs typeface="Times New Roman"/>
            </a:endParaRPr>
          </a:p>
        </p:txBody>
      </p:sp>
      <p:sp>
        <p:nvSpPr>
          <p:cNvPr id="16" name="TextBox 15">
            <a:extLst xmlns:a="http://schemas.openxmlformats.org/drawingml/2006/main">
              <a:ext uri="{FF2B5EF4-FFF2-40B4-BE49-F238E27FC236}">
                <a16:creationId xmlns:a16="http://schemas.microsoft.com/office/drawing/2014/main" id="{C8DD0A44-2DDC-43BB-B286-AEE04BFE2380}"/>
              </a:ext>
            </a:extLst>
          </p:cNvPr>
          <p:cNvSpPr>
            <a:spLocks xmlns:a="http://schemas.openxmlformats.org/drawingml/2006/main" noGrp="1"/>
          </p:cNvSpPr>
          <p:nvPr/>
        </p:nvSpPr>
        <p:spPr>
          <a:xfrm xmlns:a="http://schemas.openxmlformats.org/drawingml/2006/main">
            <a:off x="5212080" y="3794760"/>
            <a:ext cx="329184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800" b="1" i="0">
                <a:solidFill>
                  <a:srgbClr val="FF6600"/>
                </a:solidFill>
                <a:latin typeface="Times New Roman"/>
                <a:ea typeface="Times New Roman"/>
                <a:cs typeface="Times New Roman"/>
              </a:rPr>
              <a:t>Team Number</a:t>
            </a:r>
          </a:p>
        </p:txBody>
      </p:sp>
      <p:sp>
        <p:nvSpPr>
          <p:cNvPr id="17" name="TextBox 16">
            <a:extLst xmlns:a="http://schemas.openxmlformats.org/drawingml/2006/main">
              <a:ext uri="{FF2B5EF4-FFF2-40B4-BE49-F238E27FC236}">
                <a16:creationId xmlns:a16="http://schemas.microsoft.com/office/drawing/2014/main" id="{C96F3D6C-20CF-467C-88AA-F499AE44503F}"/>
              </a:ext>
            </a:extLst>
          </p:cNvPr>
          <p:cNvSpPr>
            <a:spLocks xmlns:a="http://schemas.openxmlformats.org/drawingml/2006/main" noGrp="1"/>
          </p:cNvSpPr>
          <p:nvPr/>
        </p:nvSpPr>
        <p:spPr>
          <a:xfrm xmlns:a="http://schemas.openxmlformats.org/drawingml/2006/main">
            <a:off x="5212080" y="4206240"/>
            <a:ext cx="3291840" cy="6553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600"/>
              </a:spcAft>
              <a:buNone/>
            </a:pPr>
            <a:r>
              <a:rPr sz="1600" b="0" i="0">
                <a:solidFill>
                  <a:srgbClr val="222222"/>
                </a:solidFill>
                <a:latin typeface="Times New Roman"/>
                <a:ea typeface="Times New Roman"/>
                <a:cs typeface="Times New Roman"/>
              </a:rPr>
              <a:t>1</a:t>
            </a:r>
            <a:endParaRPr sz="1600" b="0" i="0">
              <a:solidFill>
                <a:srgbClr val="222222"/>
              </a:solidFill>
              <a:latin typeface="Times New Roman"/>
              <a:ea typeface="Times New Roman"/>
              <a:cs typeface="Times New Roman"/>
            </a:endParaRPr>
          </a:p>
          <a:p xmlns:a="http://schemas.openxmlformats.org/drawingml/2006/main">
            <a:pPr algn="l">
              <a:spcAft>
                <a:spcPts val="600"/>
              </a:spcAft>
              <a:buNone/>
            </a:pPr>
            <a:r>
              <a:rPr sz="1600" b="0" i="0">
                <a:solidFill>
                  <a:srgbClr val="222222"/>
                </a:solidFill>
                <a:latin typeface="Times New Roman"/>
                <a:ea typeface="Times New Roman"/>
                <a:cs typeface="Times New Roman"/>
              </a:rPr>
              <a:t>API &amp; Microservices</a:t>
            </a:r>
            <a:endParaRPr sz="1600" b="0" i="0">
              <a:solidFill>
                <a:srgbClr val="222222"/>
              </a:solidFill>
              <a:latin typeface="Times New Roman"/>
              <a:ea typeface="Times New Roman"/>
              <a:cs typeface="Times New Roman"/>
            </a:endParaRPr>
          </a:p>
        </p:txBody>
      </p:sp>
      <p:sp>
        <p:nvSpPr>
          <p:cNvPr id="18" name="TextBox 17">
            <a:extLst xmlns:a="http://schemas.openxmlformats.org/drawingml/2006/main">
              <a:ext uri="{FF2B5EF4-FFF2-40B4-BE49-F238E27FC236}">
                <a16:creationId xmlns:a16="http://schemas.microsoft.com/office/drawing/2014/main" id="{9335175D-871D-4A45-AA22-2583146E6761}"/>
              </a:ext>
            </a:extLst>
          </p:cNvPr>
          <p:cNvSpPr>
            <a:spLocks xmlns:a="http://schemas.openxmlformats.org/drawingml/2006/main" noGrp="1"/>
          </p:cNvSpPr>
          <p:nvPr/>
        </p:nvSpPr>
        <p:spPr>
          <a:xfrm xmlns:a="http://schemas.openxmlformats.org/drawingml/2006/main">
            <a:off x="548640" y="6400800"/>
            <a:ext cx="8961120" cy="604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200"/>
              </a:spcAft>
              <a:buNone/>
            </a:pPr>
            <a:r>
              <a:rPr sz="1600" b="1" i="0">
                <a:solidFill>
                  <a:srgbClr val="1B3F8B"/>
                </a:solidFill>
                <a:latin typeface="Times New Roman"/>
                <a:ea typeface="Times New Roman"/>
                <a:cs typeface="Times New Roman"/>
              </a:rPr>
              <a:t>Department of AI &amp; ML</a:t>
            </a:r>
          </a:p>
          <a:p xmlns:a="http://schemas.openxmlformats.org/drawingml/2006/main">
            <a:pPr algn="ctr">
              <a:spcAft>
                <a:spcPts val="200"/>
              </a:spcAft>
              <a:buNone/>
            </a:pPr>
            <a:r>
              <a:rPr sz="1600" b="0" i="0">
                <a:solidFill>
                  <a:srgbClr val="1B3F8B"/>
                </a:solidFill>
                <a:latin typeface="Times New Roman"/>
                <a:ea typeface="Times New Roman"/>
                <a:cs typeface="Times New Roman"/>
              </a:rPr>
              <a:t>Aditya University, Surampalem, Andhra Pradesh</a:t>
            </a:r>
          </a:p>
        </p:txBody>
      </p:sp>
    </p:spTree>
    <p:extLst>
      <p:ext uri="{BB962C8B-B14F-4D97-AF65-F5344CB8AC3E}">
        <p14:creationId xmlns:p14="http://schemas.microsoft.com/office/powerpoint/2010/main" val="41902104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8F816312-6F63-4DBD-8E28-76DC191B5672}"/>
              </a:ext>
            </a:extLst>
          </p:cNvPr>
          <p:cNvPicPr>
            <a:picLocks xmlns:a="http://schemas.openxmlformats.org/drawingml/2006/main" noChangeAspect="1"/>
          </p:cNvPicPr>
          <p:nvPr/>
        </p:nvPicPr>
        <p:blipFill>
          <a:blip xmlns:r="http://schemas.openxmlformats.org/officeDocument/2006/relationships" xmlns:a="http://schemas.openxmlformats.org/drawingml/2006/main" r:embed="R1fe4c652f81d4bb1"/>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B31538D6-E2C8-4798-9758-7F6F245C49DF}"/>
              </a:ext>
            </a:extLst>
          </p:cNvPr>
          <p:cNvPicPr>
            <a:picLocks xmlns:a="http://schemas.openxmlformats.org/drawingml/2006/main" noChangeAspect="1"/>
          </p:cNvPicPr>
          <p:nvPr/>
        </p:nvPicPr>
        <p:blipFill>
          <a:blip xmlns:r="http://schemas.openxmlformats.org/officeDocument/2006/relationships" xmlns:a="http://schemas.openxmlformats.org/drawingml/2006/main" r:embed="R6a4e88582ae4473d"/>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8D635D36-785C-42C8-BA70-057273E361EE}"/>
              </a:ext>
            </a:extLst>
          </p:cNvPr>
          <p:cNvPicPr>
            <a:picLocks xmlns:a="http://schemas.openxmlformats.org/drawingml/2006/main" noChangeAspect="1"/>
          </p:cNvPicPr>
          <p:nvPr/>
        </p:nvPicPr>
        <p:blipFill>
          <a:blip xmlns:r="http://schemas.openxmlformats.org/officeDocument/2006/relationships" xmlns:a="http://schemas.openxmlformats.org/drawingml/2006/main" r:embed="R3b5afd65c01446d2"/>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Introduction</a:t>
            </a:r>
          </a:p>
        </p:txBody>
      </p:sp>
      <p:pic>
        <p:nvPicPr>
          <p:cNvPr id="10" name="object 3">
            <a:extLst xmlns:a="http://schemas.openxmlformats.org/drawingml/2006/main">
              <a:ext uri="{FF2B5EF4-FFF2-40B4-BE49-F238E27FC236}">
                <a16:creationId xmlns:a16="http://schemas.microsoft.com/office/drawing/2014/main" id="{A96F4BA5-C30E-46E0-8E22-6D409FE30286}"/>
              </a:ext>
            </a:extLst>
          </p:cNvPr>
          <p:cNvPicPr>
            <a:picLocks xmlns:a="http://schemas.openxmlformats.org/drawingml/2006/main" noChangeAspect="1"/>
          </p:cNvPicPr>
          <p:nvPr/>
        </p:nvPicPr>
        <p:blipFill>
          <a:blip xmlns:r="http://schemas.openxmlformats.org/officeDocument/2006/relationships" xmlns:a="http://schemas.openxmlformats.org/drawingml/2006/main" r:embed="Rca1d442655d745bb"/>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A1CB30A9-F957-4EC4-9391-3911FD0DC3B9}"/>
              </a:ext>
            </a:extLst>
          </p:cNvPr>
          <p:cNvSpPr>
            <a:spLocks xmlns:a="http://schemas.openxmlformats.org/drawingml/2006/main" noGrp="1"/>
          </p:cNvSpPr>
          <p:nvPr/>
        </p:nvSpPr>
        <p:spPr>
          <a:xfrm xmlns:a="http://schemas.openxmlformats.org/drawingml/2006/main">
            <a:off x="548640" y="1554480"/>
            <a:ext cx="4937760" cy="40690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1200"/>
              </a:spcAft>
              <a:buClr>
                <a:srgbClr val="FF6600"/>
              </a:buClr>
              <a:buFont typeface="Arial"/>
              <a:buChar char="▪"/>
            </a:pPr>
            <a:r>
              <a:rPr sz="1700" b="0" i="0">
                <a:solidFill>
                  <a:srgbClr val="222222"/>
                </a:solidFill>
                <a:latin typeface="Times New Roman"/>
                <a:ea typeface="Times New Roman"/>
                <a:cs typeface="Times New Roman"/>
              </a:rPr>
              <a:t>ApexMart is an ecommerce application for product browsing, customer orders and invoice generation.</a:t>
            </a:r>
          </a:p>
          <a:p xmlns:a="http://schemas.openxmlformats.org/drawingml/2006/main">
            <a:pPr marL="228600" indent="-228600" algn="l">
              <a:spcAft>
                <a:spcPts val="1200"/>
              </a:spcAft>
              <a:buClr>
                <a:srgbClr val="FF6600"/>
              </a:buClr>
              <a:buFont typeface="Arial"/>
              <a:buChar char="▪"/>
            </a:pPr>
            <a:r>
              <a:rPr sz="1700" b="0" i="0">
                <a:solidFill>
                  <a:srgbClr val="222222"/>
                </a:solidFill>
                <a:latin typeface="Times New Roman"/>
                <a:ea typeface="Times New Roman"/>
                <a:cs typeface="Times New Roman"/>
              </a:rPr>
              <a:t>A reliable checkout must keep product prices, reserved stock and order records consistent.</a:t>
            </a:r>
          </a:p>
          <a:p xmlns:a="http://schemas.openxmlformats.org/drawingml/2006/main">
            <a:pPr marL="228600" indent="-228600" algn="l">
              <a:spcAft>
                <a:spcPts val="1200"/>
              </a:spcAft>
              <a:buClr>
                <a:srgbClr val="FF6600"/>
              </a:buClr>
              <a:buFont typeface="Arial"/>
              <a:buChar char="▪"/>
            </a:pPr>
            <a:r>
              <a:rPr sz="1700" b="0" i="0">
                <a:solidFill>
                  <a:srgbClr val="222222"/>
                </a:solidFill>
                <a:latin typeface="Times New Roman"/>
                <a:ea typeface="Times New Roman"/>
                <a:cs typeface="Times New Roman"/>
              </a:rPr>
              <a:t>Customers, sellers and administrators have separate responsibilities and access rules.</a:t>
            </a:r>
          </a:p>
          <a:p xmlns:a="http://schemas.openxmlformats.org/drawingml/2006/main">
            <a:pPr marL="228600" indent="-228600" algn="l">
              <a:spcAft>
                <a:spcPts val="1200"/>
              </a:spcAft>
              <a:buClr>
                <a:srgbClr val="FF6600"/>
              </a:buClr>
              <a:buFont typeface="Arial"/>
              <a:buChar char="▪"/>
            </a:pPr>
            <a:r>
              <a:rPr sz="1700" b="0" i="0">
                <a:solidFill>
                  <a:srgbClr val="222222"/>
                </a:solidFill>
                <a:latin typeface="Times New Roman"/>
                <a:ea typeface="Times New Roman"/>
                <a:cs typeface="Times New Roman"/>
              </a:rPr>
              <a:t>Customers browse the catalog and place orders. Sellers manage their own listings and stock. Administrators monitor customers and orders through a separate portal.</a:t>
            </a:r>
          </a:p>
          <a:p xmlns:a="http://schemas.openxmlformats.org/drawingml/2006/main">
            <a:pPr marL="228600" indent="-228600" algn="l">
              <a:spcAft>
                <a:spcPts val="1200"/>
              </a:spcAft>
              <a:buClr>
                <a:srgbClr val="FF6600"/>
              </a:buClr>
              <a:buFont typeface="Arial"/>
              <a:buChar char="▪"/>
            </a:pPr>
            <a:r>
              <a:rPr sz="1700" b="0" i="0">
                <a:solidFill>
                  <a:srgbClr val="222222"/>
                </a:solidFill>
                <a:latin typeface="Times New Roman"/>
                <a:ea typeface="Times New Roman"/>
                <a:cs typeface="Times New Roman"/>
              </a:rPr>
              <a:t>The Angular frontend connects to Java Spring Boot microservices through an API Gateway, using REST APIs and SOAP invoicing.</a:t>
            </a:r>
          </a:p>
        </p:txBody>
      </p:sp>
      <p:sp>
        <p:nvSpPr>
          <p:cNvPr id="12" name="Rounded Rectangle 11">
            <a:extLst xmlns:a="http://schemas.openxmlformats.org/drawingml/2006/main">
              <a:ext uri="{FF2B5EF4-FFF2-40B4-BE49-F238E27FC236}">
                <a16:creationId xmlns:a16="http://schemas.microsoft.com/office/drawing/2014/main" id="{1B2001F8-ADC1-4D85-BFBE-9E9DB15307A3}"/>
              </a:ext>
            </a:extLst>
          </p:cNvPr>
          <p:cNvSpPr>
            <a:spLocks xmlns:a="http://schemas.openxmlformats.org/drawingml/2006/main" noGrp="1"/>
          </p:cNvSpPr>
          <p:nvPr/>
        </p:nvSpPr>
        <p:spPr>
          <a:xfrm xmlns:a="http://schemas.openxmlformats.org/drawingml/2006/main">
            <a:off x="5852160" y="1600200"/>
            <a:ext cx="3657600" cy="242316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3" name="TextBox 12">
            <a:extLst xmlns:a="http://schemas.openxmlformats.org/drawingml/2006/main">
              <a:ext uri="{FF2B5EF4-FFF2-40B4-BE49-F238E27FC236}">
                <a16:creationId xmlns:a16="http://schemas.microsoft.com/office/drawing/2014/main" id="{D9A2E1E2-5923-4EC0-AD5F-0F31A8569BEC}"/>
              </a:ext>
            </a:extLst>
          </p:cNvPr>
          <p:cNvSpPr>
            <a:spLocks xmlns:a="http://schemas.openxmlformats.org/drawingml/2006/main" noGrp="1"/>
          </p:cNvSpPr>
          <p:nvPr/>
        </p:nvSpPr>
        <p:spPr>
          <a:xfrm xmlns:a="http://schemas.openxmlformats.org/drawingml/2006/main">
            <a:off x="6035040" y="1709928"/>
            <a:ext cx="329184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800" b="1" i="0">
                <a:solidFill>
                  <a:srgbClr val="1B3F8B"/>
                </a:solidFill>
                <a:latin typeface="Times New Roman"/>
                <a:ea typeface="Times New Roman"/>
                <a:cs typeface="Times New Roman"/>
              </a:rPr>
              <a:t>Manual workflow</a:t>
            </a:r>
          </a:p>
        </p:txBody>
      </p:sp>
      <p:sp>
        <p:nvSpPr>
          <p:cNvPr id="14" name="Oval 13">
            <a:extLst xmlns:a="http://schemas.openxmlformats.org/drawingml/2006/main">
              <a:ext uri="{FF2B5EF4-FFF2-40B4-BE49-F238E27FC236}">
                <a16:creationId xmlns:a16="http://schemas.microsoft.com/office/drawing/2014/main" id="{5C6E67E5-2FDF-47BD-B36E-DAC1DD68EA50}"/>
              </a:ext>
            </a:extLst>
          </p:cNvPr>
          <p:cNvSpPr>
            <a:spLocks xmlns:a="http://schemas.openxmlformats.org/drawingml/2006/main" noGrp="1"/>
          </p:cNvSpPr>
          <p:nvPr/>
        </p:nvSpPr>
        <p:spPr>
          <a:xfrm xmlns:a="http://schemas.openxmlformats.org/drawingml/2006/main">
            <a:off x="6080760" y="2194560"/>
            <a:ext cx="384048" cy="384048"/>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400" b="1" i="0">
                <a:solidFill>
                  <a:srgbClr val="FFFFFF"/>
                </a:solidFill>
                <a:latin typeface="Times New Roman"/>
                <a:ea typeface="Times New Roman"/>
                <a:cs typeface="Times New Roman"/>
              </a:rPr>
              <a:t>1</a:t>
            </a:r>
          </a:p>
        </p:txBody>
      </p:sp>
      <p:sp>
        <p:nvSpPr>
          <p:cNvPr id="15" name="TextBox 14">
            <a:extLst xmlns:a="http://schemas.openxmlformats.org/drawingml/2006/main">
              <a:ext uri="{FF2B5EF4-FFF2-40B4-BE49-F238E27FC236}">
                <a16:creationId xmlns:a16="http://schemas.microsoft.com/office/drawing/2014/main" id="{3888605C-0FEA-413E-A6C3-2C59B9E50A4F}"/>
              </a:ext>
            </a:extLst>
          </p:cNvPr>
          <p:cNvSpPr>
            <a:spLocks xmlns:a="http://schemas.openxmlformats.org/drawingml/2006/main" noGrp="1"/>
          </p:cNvSpPr>
          <p:nvPr/>
        </p:nvSpPr>
        <p:spPr>
          <a:xfrm xmlns:a="http://schemas.openxmlformats.org/drawingml/2006/main">
            <a:off x="6583680" y="2176272"/>
            <a:ext cx="283464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Separate product lists</a:t>
            </a:r>
          </a:p>
        </p:txBody>
      </p:sp>
      <p:sp>
        <p:nvSpPr>
          <p:cNvPr id="16" name="Oval 15">
            <a:extLst xmlns:a="http://schemas.openxmlformats.org/drawingml/2006/main">
              <a:ext uri="{FF2B5EF4-FFF2-40B4-BE49-F238E27FC236}">
                <a16:creationId xmlns:a16="http://schemas.microsoft.com/office/drawing/2014/main" id="{D43646E8-D77B-447F-ADBB-69B4256F1CFC}"/>
              </a:ext>
            </a:extLst>
          </p:cNvPr>
          <p:cNvSpPr>
            <a:spLocks xmlns:a="http://schemas.openxmlformats.org/drawingml/2006/main" noGrp="1"/>
          </p:cNvSpPr>
          <p:nvPr/>
        </p:nvSpPr>
        <p:spPr>
          <a:xfrm xmlns:a="http://schemas.openxmlformats.org/drawingml/2006/main">
            <a:off x="6080760" y="2761488"/>
            <a:ext cx="384048" cy="384048"/>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400" b="1" i="0">
                <a:solidFill>
                  <a:srgbClr val="FFFFFF"/>
                </a:solidFill>
                <a:latin typeface="Times New Roman"/>
                <a:ea typeface="Times New Roman"/>
                <a:cs typeface="Times New Roman"/>
              </a:rPr>
              <a:t>2</a:t>
            </a:r>
          </a:p>
        </p:txBody>
      </p:sp>
      <p:sp>
        <p:nvSpPr>
          <p:cNvPr id="17" name="TextBox 16">
            <a:extLst xmlns:a="http://schemas.openxmlformats.org/drawingml/2006/main">
              <a:ext uri="{FF2B5EF4-FFF2-40B4-BE49-F238E27FC236}">
                <a16:creationId xmlns:a16="http://schemas.microsoft.com/office/drawing/2014/main" id="{7DAEBABC-CD7E-472C-ADED-0318D7384E6B}"/>
              </a:ext>
            </a:extLst>
          </p:cNvPr>
          <p:cNvSpPr>
            <a:spLocks xmlns:a="http://schemas.openxmlformats.org/drawingml/2006/main" noGrp="1"/>
          </p:cNvSpPr>
          <p:nvPr/>
        </p:nvSpPr>
        <p:spPr>
          <a:xfrm xmlns:a="http://schemas.openxmlformats.org/drawingml/2006/main">
            <a:off x="6583680" y="2743200"/>
            <a:ext cx="283464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Record each order</a:t>
            </a:r>
          </a:p>
        </p:txBody>
      </p:sp>
      <p:sp>
        <p:nvSpPr>
          <p:cNvPr id="18" name="Oval 17">
            <a:extLst xmlns:a="http://schemas.openxmlformats.org/drawingml/2006/main">
              <a:ext uri="{FF2B5EF4-FFF2-40B4-BE49-F238E27FC236}">
                <a16:creationId xmlns:a16="http://schemas.microsoft.com/office/drawing/2014/main" id="{A02CB14E-D125-4564-B696-5841D4E87B65}"/>
              </a:ext>
            </a:extLst>
          </p:cNvPr>
          <p:cNvSpPr>
            <a:spLocks xmlns:a="http://schemas.openxmlformats.org/drawingml/2006/main" noGrp="1"/>
          </p:cNvSpPr>
          <p:nvPr/>
        </p:nvSpPr>
        <p:spPr>
          <a:xfrm xmlns:a="http://schemas.openxmlformats.org/drawingml/2006/main">
            <a:off x="6080760" y="3328415"/>
            <a:ext cx="384048" cy="384048"/>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400" b="1" i="0">
                <a:solidFill>
                  <a:srgbClr val="FFFFFF"/>
                </a:solidFill>
                <a:latin typeface="Times New Roman"/>
                <a:ea typeface="Times New Roman"/>
                <a:cs typeface="Times New Roman"/>
              </a:rPr>
              <a:t>3</a:t>
            </a:r>
          </a:p>
        </p:txBody>
      </p:sp>
      <p:sp>
        <p:nvSpPr>
          <p:cNvPr id="19" name="TextBox 18">
            <a:extLst xmlns:a="http://schemas.openxmlformats.org/drawingml/2006/main">
              <a:ext uri="{FF2B5EF4-FFF2-40B4-BE49-F238E27FC236}">
                <a16:creationId xmlns:a16="http://schemas.microsoft.com/office/drawing/2014/main" id="{C766A308-8BA0-4525-83E0-00C104650BDD}"/>
              </a:ext>
            </a:extLst>
          </p:cNvPr>
          <p:cNvSpPr>
            <a:spLocks xmlns:a="http://schemas.openxmlformats.org/drawingml/2006/main" noGrp="1"/>
          </p:cNvSpPr>
          <p:nvPr/>
        </p:nvSpPr>
        <p:spPr>
          <a:xfrm xmlns:a="http://schemas.openxmlformats.org/drawingml/2006/main">
            <a:off x="6583680" y="3310127"/>
            <a:ext cx="283464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Update stock by hand</a:t>
            </a:r>
          </a:p>
        </p:txBody>
      </p:sp>
      <p:sp>
        <p:nvSpPr>
          <p:cNvPr id="20" name="Rounded Rectangle 19">
            <a:extLst xmlns:a="http://schemas.openxmlformats.org/drawingml/2006/main">
              <a:ext uri="{FF2B5EF4-FFF2-40B4-BE49-F238E27FC236}">
                <a16:creationId xmlns:a16="http://schemas.microsoft.com/office/drawing/2014/main" id="{917476C9-B755-418C-B60C-9AD88981D5E8}"/>
              </a:ext>
            </a:extLst>
          </p:cNvPr>
          <p:cNvSpPr>
            <a:spLocks xmlns:a="http://schemas.openxmlformats.org/drawingml/2006/main" noGrp="1"/>
          </p:cNvSpPr>
          <p:nvPr/>
        </p:nvSpPr>
        <p:spPr>
          <a:xfrm xmlns:a="http://schemas.openxmlformats.org/drawingml/2006/main">
            <a:off x="5852160" y="4297680"/>
            <a:ext cx="3657600" cy="242316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1" name="TextBox 20">
            <a:extLst xmlns:a="http://schemas.openxmlformats.org/drawingml/2006/main">
              <a:ext uri="{FF2B5EF4-FFF2-40B4-BE49-F238E27FC236}">
                <a16:creationId xmlns:a16="http://schemas.microsoft.com/office/drawing/2014/main" id="{325EBF12-6D4C-4831-8FDF-C352D12D1780}"/>
              </a:ext>
            </a:extLst>
          </p:cNvPr>
          <p:cNvSpPr>
            <a:spLocks xmlns:a="http://schemas.openxmlformats.org/drawingml/2006/main" noGrp="1"/>
          </p:cNvSpPr>
          <p:nvPr/>
        </p:nvSpPr>
        <p:spPr>
          <a:xfrm xmlns:a="http://schemas.openxmlformats.org/drawingml/2006/main">
            <a:off x="6035040" y="4407408"/>
            <a:ext cx="329184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800" b="1" i="0">
                <a:solidFill>
                  <a:srgbClr val="FF6600"/>
                </a:solidFill>
                <a:latin typeface="Times New Roman"/>
                <a:ea typeface="Times New Roman"/>
                <a:cs typeface="Times New Roman"/>
              </a:rPr>
              <a:t>With our system</a:t>
            </a:r>
          </a:p>
        </p:txBody>
      </p:sp>
      <p:sp>
        <p:nvSpPr>
          <p:cNvPr id="22" name="Oval 21">
            <a:extLst xmlns:a="http://schemas.openxmlformats.org/drawingml/2006/main">
              <a:ext uri="{FF2B5EF4-FFF2-40B4-BE49-F238E27FC236}">
                <a16:creationId xmlns:a16="http://schemas.microsoft.com/office/drawing/2014/main" id="{0FABBA18-8410-459C-983F-FF59C66F4EE3}"/>
              </a:ext>
            </a:extLst>
          </p:cNvPr>
          <p:cNvSpPr>
            <a:spLocks xmlns:a="http://schemas.openxmlformats.org/drawingml/2006/main" noGrp="1"/>
          </p:cNvSpPr>
          <p:nvPr/>
        </p:nvSpPr>
        <p:spPr>
          <a:xfrm xmlns:a="http://schemas.openxmlformats.org/drawingml/2006/main">
            <a:off x="6080760" y="4892040"/>
            <a:ext cx="384048" cy="384048"/>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400" b="1" i="0">
                <a:solidFill>
                  <a:srgbClr val="FFFFFF"/>
                </a:solidFill>
                <a:latin typeface="Times New Roman"/>
                <a:ea typeface="Times New Roman"/>
                <a:cs typeface="Times New Roman"/>
              </a:rPr>
              <a:t>1</a:t>
            </a:r>
          </a:p>
        </p:txBody>
      </p:sp>
      <p:sp>
        <p:nvSpPr>
          <p:cNvPr id="23" name="TextBox 22">
            <a:extLst xmlns:a="http://schemas.openxmlformats.org/drawingml/2006/main">
              <a:ext uri="{FF2B5EF4-FFF2-40B4-BE49-F238E27FC236}">
                <a16:creationId xmlns:a16="http://schemas.microsoft.com/office/drawing/2014/main" id="{A6A16563-776C-4F92-9303-E67E86F75EAB}"/>
              </a:ext>
            </a:extLst>
          </p:cNvPr>
          <p:cNvSpPr>
            <a:spLocks xmlns:a="http://schemas.openxmlformats.org/drawingml/2006/main" noGrp="1"/>
          </p:cNvSpPr>
          <p:nvPr/>
        </p:nvSpPr>
        <p:spPr>
          <a:xfrm xmlns:a="http://schemas.openxmlformats.org/drawingml/2006/main">
            <a:off x="6583680" y="4873752"/>
            <a:ext cx="283464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Browse products</a:t>
            </a:r>
          </a:p>
        </p:txBody>
      </p:sp>
      <p:sp>
        <p:nvSpPr>
          <p:cNvPr id="24" name="Oval 23">
            <a:extLst xmlns:a="http://schemas.openxmlformats.org/drawingml/2006/main">
              <a:ext uri="{FF2B5EF4-FFF2-40B4-BE49-F238E27FC236}">
                <a16:creationId xmlns:a16="http://schemas.microsoft.com/office/drawing/2014/main" id="{22FF7A15-50BA-4894-9482-B4D973BF26F4}"/>
              </a:ext>
            </a:extLst>
          </p:cNvPr>
          <p:cNvSpPr>
            <a:spLocks xmlns:a="http://schemas.openxmlformats.org/drawingml/2006/main" noGrp="1"/>
          </p:cNvSpPr>
          <p:nvPr/>
        </p:nvSpPr>
        <p:spPr>
          <a:xfrm xmlns:a="http://schemas.openxmlformats.org/drawingml/2006/main">
            <a:off x="6080760" y="5458968"/>
            <a:ext cx="384048" cy="384048"/>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400" b="1" i="0">
                <a:solidFill>
                  <a:srgbClr val="FFFFFF"/>
                </a:solidFill>
                <a:latin typeface="Times New Roman"/>
                <a:ea typeface="Times New Roman"/>
                <a:cs typeface="Times New Roman"/>
              </a:rPr>
              <a:t>2</a:t>
            </a:r>
          </a:p>
        </p:txBody>
      </p:sp>
      <p:sp>
        <p:nvSpPr>
          <p:cNvPr id="25" name="TextBox 24">
            <a:extLst xmlns:a="http://schemas.openxmlformats.org/drawingml/2006/main">
              <a:ext uri="{FF2B5EF4-FFF2-40B4-BE49-F238E27FC236}">
                <a16:creationId xmlns:a16="http://schemas.microsoft.com/office/drawing/2014/main" id="{795BDE40-99C4-448F-98EF-5B55750BE07D}"/>
              </a:ext>
            </a:extLst>
          </p:cNvPr>
          <p:cNvSpPr>
            <a:spLocks xmlns:a="http://schemas.openxmlformats.org/drawingml/2006/main" noGrp="1"/>
          </p:cNvSpPr>
          <p:nvPr/>
        </p:nvSpPr>
        <p:spPr>
          <a:xfrm xmlns:a="http://schemas.openxmlformats.org/drawingml/2006/main">
            <a:off x="6583680" y="5440680"/>
            <a:ext cx="283464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Place order online</a:t>
            </a:r>
          </a:p>
        </p:txBody>
      </p:sp>
      <p:sp>
        <p:nvSpPr>
          <p:cNvPr id="26" name="Oval 25">
            <a:extLst xmlns:a="http://schemas.openxmlformats.org/drawingml/2006/main">
              <a:ext uri="{FF2B5EF4-FFF2-40B4-BE49-F238E27FC236}">
                <a16:creationId xmlns:a16="http://schemas.microsoft.com/office/drawing/2014/main" id="{A0E838FB-1DCF-4AE9-85F8-FB0CE30C6EF8}"/>
              </a:ext>
            </a:extLst>
          </p:cNvPr>
          <p:cNvSpPr>
            <a:spLocks xmlns:a="http://schemas.openxmlformats.org/drawingml/2006/main" noGrp="1"/>
          </p:cNvSpPr>
          <p:nvPr/>
        </p:nvSpPr>
        <p:spPr>
          <a:xfrm xmlns:a="http://schemas.openxmlformats.org/drawingml/2006/main">
            <a:off x="6080760" y="6025896"/>
            <a:ext cx="384048" cy="384048"/>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400" b="1" i="0">
                <a:solidFill>
                  <a:srgbClr val="FFFFFF"/>
                </a:solidFill>
                <a:latin typeface="Times New Roman"/>
                <a:ea typeface="Times New Roman"/>
                <a:cs typeface="Times New Roman"/>
              </a:rPr>
              <a:t>3</a:t>
            </a:r>
          </a:p>
        </p:txBody>
      </p:sp>
      <p:sp>
        <p:nvSpPr>
          <p:cNvPr id="27" name="TextBox 26">
            <a:extLst xmlns:a="http://schemas.openxmlformats.org/drawingml/2006/main">
              <a:ext uri="{FF2B5EF4-FFF2-40B4-BE49-F238E27FC236}">
                <a16:creationId xmlns:a16="http://schemas.microsoft.com/office/drawing/2014/main" id="{A74A2C0E-4734-4122-B70A-58C38B019160}"/>
              </a:ext>
            </a:extLst>
          </p:cNvPr>
          <p:cNvSpPr>
            <a:spLocks xmlns:a="http://schemas.openxmlformats.org/drawingml/2006/main" noGrp="1"/>
          </p:cNvSpPr>
          <p:nvPr/>
        </p:nvSpPr>
        <p:spPr>
          <a:xfrm xmlns:a="http://schemas.openxmlformats.org/drawingml/2006/main">
            <a:off x="6583680" y="6007608"/>
            <a:ext cx="283464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View order and bill</a:t>
            </a:r>
          </a:p>
        </p:txBody>
      </p:sp>
    </p:spTree>
    <p:extLst>
      <p:ext uri="{BB962C8B-B14F-4D97-AF65-F5344CB8AC3E}">
        <p14:creationId xmlns:p14="http://schemas.microsoft.com/office/powerpoint/2010/main" val="419021045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01D980CE-DD4D-4194-A527-6B225556B364}"/>
              </a:ext>
            </a:extLst>
          </p:cNvPr>
          <p:cNvPicPr>
            <a:picLocks xmlns:a="http://schemas.openxmlformats.org/drawingml/2006/main" noChangeAspect="1"/>
          </p:cNvPicPr>
          <p:nvPr/>
        </p:nvPicPr>
        <p:blipFill>
          <a:blip xmlns:r="http://schemas.openxmlformats.org/officeDocument/2006/relationships" xmlns:a="http://schemas.openxmlformats.org/drawingml/2006/main" r:embed="Rc4cdfdc4fe99442a"/>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F8CBA5A6-CC30-4EC1-A1F9-1ACDB9C5757A}"/>
              </a:ext>
            </a:extLst>
          </p:cNvPr>
          <p:cNvPicPr>
            <a:picLocks xmlns:a="http://schemas.openxmlformats.org/drawingml/2006/main" noChangeAspect="1"/>
          </p:cNvPicPr>
          <p:nvPr/>
        </p:nvPicPr>
        <p:blipFill>
          <a:blip xmlns:r="http://schemas.openxmlformats.org/officeDocument/2006/relationships" xmlns:a="http://schemas.openxmlformats.org/drawingml/2006/main" r:embed="R104d94961cab4b97"/>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57642505-5433-4886-9025-13B9E50E38F2}"/>
              </a:ext>
            </a:extLst>
          </p:cNvPr>
          <p:cNvPicPr>
            <a:picLocks xmlns:a="http://schemas.openxmlformats.org/drawingml/2006/main" noChangeAspect="1"/>
          </p:cNvPicPr>
          <p:nvPr/>
        </p:nvPicPr>
        <p:blipFill>
          <a:blip xmlns:r="http://schemas.openxmlformats.org/officeDocument/2006/relationships" xmlns:a="http://schemas.openxmlformats.org/drawingml/2006/main" r:embed="R00cd6d98080442a9"/>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Abstract</a:t>
            </a:r>
          </a:p>
        </p:txBody>
      </p:sp>
      <p:pic>
        <p:nvPicPr>
          <p:cNvPr id="10" name="object 3">
            <a:extLst xmlns:a="http://schemas.openxmlformats.org/drawingml/2006/main">
              <a:ext uri="{FF2B5EF4-FFF2-40B4-BE49-F238E27FC236}">
                <a16:creationId xmlns:a16="http://schemas.microsoft.com/office/drawing/2014/main" id="{B032B2A5-C7C8-4B39-9AD9-EC40CF1E1A5F}"/>
              </a:ext>
            </a:extLst>
          </p:cNvPr>
          <p:cNvPicPr>
            <a:picLocks xmlns:a="http://schemas.openxmlformats.org/drawingml/2006/main" noChangeAspect="1"/>
          </p:cNvPicPr>
          <p:nvPr/>
        </p:nvPicPr>
        <p:blipFill>
          <a:blip xmlns:r="http://schemas.openxmlformats.org/officeDocument/2006/relationships" xmlns:a="http://schemas.openxmlformats.org/drawingml/2006/main" r:embed="R0bde9c972bec4a71"/>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8CDA1F70-0E27-49D2-879E-ACB048A4AF1B}"/>
              </a:ext>
            </a:extLst>
          </p:cNvPr>
          <p:cNvSpPr>
            <a:spLocks xmlns:a="http://schemas.openxmlformats.org/drawingml/2006/main" noGrp="1"/>
          </p:cNvSpPr>
          <p:nvPr/>
        </p:nvSpPr>
        <p:spPr>
          <a:xfrm xmlns:a="http://schemas.openxmlformats.org/drawingml/2006/main">
            <a:off x="548640" y="1508760"/>
            <a:ext cx="8961120" cy="434340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2" name="TextBox 11">
            <a:extLst xmlns:a="http://schemas.openxmlformats.org/drawingml/2006/main">
              <a:ext uri="{FF2B5EF4-FFF2-40B4-BE49-F238E27FC236}">
                <a16:creationId xmlns:a16="http://schemas.microsoft.com/office/drawing/2014/main" id="{D0DF29D8-991E-4738-BB48-98CB233A2032}"/>
              </a:ext>
            </a:extLst>
          </p:cNvPr>
          <p:cNvSpPr>
            <a:spLocks xmlns:a="http://schemas.openxmlformats.org/drawingml/2006/main" noGrp="1"/>
          </p:cNvSpPr>
          <p:nvPr/>
        </p:nvSpPr>
        <p:spPr>
          <a:xfrm xmlns:a="http://schemas.openxmlformats.org/drawingml/2006/main">
            <a:off x="822960" y="1691640"/>
            <a:ext cx="8412480" cy="3505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just">
              <a:spcAft>
                <a:spcPts val="1200"/>
              </a:spcAft>
              <a:buNone/>
            </a:pPr>
            <a:r>
              <a:rPr sz="1700" b="0" i="0">
                <a:solidFill>
                  <a:srgbClr val="222222"/>
                </a:solidFill>
                <a:latin typeface="Times New Roman"/>
                <a:ea typeface="Times New Roman"/>
                <a:cs typeface="Times New Roman"/>
              </a:rPr>
              <a:t>An ecommerce application needs consistent records for products, stock, customers and orders. Duplicate checkout requests, changing prices and interrupted service calls can otherwise lead to incorrect inventory or purchase history.</a:t>
            </a:r>
          </a:p>
          <a:p xmlns:a="http://schemas.openxmlformats.org/drawingml/2006/main">
            <a:pPr algn="just">
              <a:spcAft>
                <a:spcPts val="1200"/>
              </a:spcAft>
              <a:buNone/>
            </a:pPr>
            <a:r>
              <a:rPr sz="1700" b="0" i="0">
                <a:solidFill>
                  <a:srgbClr val="222222"/>
                </a:solidFill>
                <a:latin typeface="Times New Roman"/>
                <a:ea typeface="Times New Roman"/>
                <a:cs typeface="Times New Roman"/>
              </a:rPr>
              <a:t>ApexMart is an E-Commerce Product and Order Management System built with an Angular frontend and Java Spring Boot microservices. Customers browse products, place orders and request invoices. Product Service reserves and confirms inventory, while Order Service records purchase details and recovers interrupted operations. Invoice Service generates bills through SOAP.</a:t>
            </a:r>
          </a:p>
          <a:p xmlns:a="http://schemas.openxmlformats.org/drawingml/2006/main">
            <a:pPr algn="just">
              <a:spcAft>
                <a:spcPts val="1200"/>
              </a:spcAft>
              <a:buNone/>
            </a:pPr>
            <a:r>
              <a:rPr sz="1700" b="0" i="0">
                <a:solidFill>
                  <a:srgbClr val="222222"/>
                </a:solidFill>
                <a:latin typeface="Times New Roman"/>
                <a:ea typeface="Times New Roman"/>
                <a:cs typeface="Times New Roman"/>
              </a:rPr>
              <a:t>CockroachDB Cloud stores the data in one database named ecomm with four service schemas. JWT authentication, product ownership checks, input validation and AOP logging support controlled access and traceable operations. The project demonstrates the API and Microservices course requirements.</a:t>
            </a:r>
          </a:p>
        </p:txBody>
      </p:sp>
      <p:sp>
        <p:nvSpPr>
          <p:cNvPr id="13" name="TextBox 12">
            <a:extLst xmlns:a="http://schemas.openxmlformats.org/drawingml/2006/main">
              <a:ext uri="{FF2B5EF4-FFF2-40B4-BE49-F238E27FC236}">
                <a16:creationId xmlns:a16="http://schemas.microsoft.com/office/drawing/2014/main" id="{F1A2DDCB-4AE7-4E95-8371-864D69AB891B}"/>
              </a:ext>
            </a:extLst>
          </p:cNvPr>
          <p:cNvSpPr>
            <a:spLocks xmlns:a="http://schemas.openxmlformats.org/drawingml/2006/main" noGrp="1"/>
          </p:cNvSpPr>
          <p:nvPr/>
        </p:nvSpPr>
        <p:spPr>
          <a:xfrm xmlns:a="http://schemas.openxmlformats.org/drawingml/2006/main">
            <a:off x="548640" y="6355080"/>
            <a:ext cx="1280160" cy="36576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1" i="0">
                <a:solidFill>
                  <a:srgbClr val="1B3F8B"/>
                </a:solidFill>
                <a:latin typeface="Times New Roman"/>
                <a:ea typeface="Times New Roman"/>
                <a:cs typeface="Times New Roman"/>
              </a:rPr>
              <a:t>Keywords:</a:t>
            </a:r>
          </a:p>
        </p:txBody>
      </p:sp>
      <p:sp>
        <p:nvSpPr>
          <p:cNvPr id="14" name="Rounded Rectangle 13">
            <a:extLst xmlns:a="http://schemas.openxmlformats.org/drawingml/2006/main">
              <a:ext uri="{FF2B5EF4-FFF2-40B4-BE49-F238E27FC236}">
                <a16:creationId xmlns:a16="http://schemas.microsoft.com/office/drawing/2014/main" id="{829CE7A8-CE09-43A3-9EE4-38B909C950DA}"/>
              </a:ext>
            </a:extLst>
          </p:cNvPr>
          <p:cNvSpPr>
            <a:spLocks xmlns:a="http://schemas.openxmlformats.org/drawingml/2006/main" noGrp="1"/>
          </p:cNvSpPr>
          <p:nvPr/>
        </p:nvSpPr>
        <p:spPr>
          <a:xfrm xmlns:a="http://schemas.openxmlformats.org/drawingml/2006/main">
            <a:off x="1783080" y="6373368"/>
            <a:ext cx="1325880" cy="347472"/>
          </a:xfrm>
          <a:prstGeom xmlns:a="http://schemas.openxmlformats.org/drawingml/2006/main" prst="roundRect">
            <a:avLst>
              <a:gd name="adj" fmla="val 50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300" b="1" i="0">
                <a:solidFill>
                  <a:srgbClr val="FFFFFF"/>
                </a:solidFill>
                <a:latin typeface="Times New Roman"/>
                <a:ea typeface="Times New Roman"/>
                <a:cs typeface="Times New Roman"/>
              </a:rPr>
              <a:t>Microservices</a:t>
            </a:r>
          </a:p>
        </p:txBody>
      </p:sp>
      <p:sp>
        <p:nvSpPr>
          <p:cNvPr id="15" name="Rounded Rectangle 14">
            <a:extLst xmlns:a="http://schemas.openxmlformats.org/drawingml/2006/main">
              <a:ext uri="{FF2B5EF4-FFF2-40B4-BE49-F238E27FC236}">
                <a16:creationId xmlns:a16="http://schemas.microsoft.com/office/drawing/2014/main" id="{985605FF-2850-4DFB-9D65-5ADEF9445C52}"/>
              </a:ext>
            </a:extLst>
          </p:cNvPr>
          <p:cNvSpPr>
            <a:spLocks xmlns:a="http://schemas.openxmlformats.org/drawingml/2006/main" noGrp="1"/>
          </p:cNvSpPr>
          <p:nvPr/>
        </p:nvSpPr>
        <p:spPr>
          <a:xfrm xmlns:a="http://schemas.openxmlformats.org/drawingml/2006/main">
            <a:off x="3218687" y="6373368"/>
            <a:ext cx="1188720" cy="347472"/>
          </a:xfrm>
          <a:prstGeom xmlns:a="http://schemas.openxmlformats.org/drawingml/2006/main" prst="roundRect">
            <a:avLst>
              <a:gd name="adj" fmla="val 50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300" b="1" i="0">
                <a:solidFill>
                  <a:srgbClr val="FFFFFF"/>
                </a:solidFill>
                <a:latin typeface="Times New Roman"/>
                <a:ea typeface="Times New Roman"/>
                <a:cs typeface="Times New Roman"/>
              </a:rPr>
              <a:t>Spring Boot</a:t>
            </a:r>
          </a:p>
        </p:txBody>
      </p:sp>
      <p:sp>
        <p:nvSpPr>
          <p:cNvPr id="16" name="Rounded Rectangle 15">
            <a:extLst xmlns:a="http://schemas.openxmlformats.org/drawingml/2006/main">
              <a:ext uri="{FF2B5EF4-FFF2-40B4-BE49-F238E27FC236}">
                <a16:creationId xmlns:a16="http://schemas.microsoft.com/office/drawing/2014/main" id="{F07D70D9-8B36-438A-8E37-603417EAF5BF}"/>
              </a:ext>
            </a:extLst>
          </p:cNvPr>
          <p:cNvSpPr>
            <a:spLocks xmlns:a="http://schemas.openxmlformats.org/drawingml/2006/main" noGrp="1"/>
          </p:cNvSpPr>
          <p:nvPr/>
        </p:nvSpPr>
        <p:spPr>
          <a:xfrm xmlns:a="http://schemas.openxmlformats.org/drawingml/2006/main">
            <a:off x="4517136" y="6373368"/>
            <a:ext cx="1005840" cy="347472"/>
          </a:xfrm>
          <a:prstGeom xmlns:a="http://schemas.openxmlformats.org/drawingml/2006/main" prst="roundRect">
            <a:avLst>
              <a:gd name="adj" fmla="val 50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300" b="1" i="0">
                <a:solidFill>
                  <a:srgbClr val="FFFFFF"/>
                </a:solidFill>
                <a:latin typeface="Times New Roman"/>
                <a:ea typeface="Times New Roman"/>
                <a:cs typeface="Times New Roman"/>
              </a:rPr>
              <a:t>REST API</a:t>
            </a:r>
          </a:p>
        </p:txBody>
      </p:sp>
      <p:sp>
        <p:nvSpPr>
          <p:cNvPr id="17" name="Rounded Rectangle 16">
            <a:extLst xmlns:a="http://schemas.openxmlformats.org/drawingml/2006/main">
              <a:ext uri="{FF2B5EF4-FFF2-40B4-BE49-F238E27FC236}">
                <a16:creationId xmlns:a16="http://schemas.microsoft.com/office/drawing/2014/main" id="{9CC98D8E-2377-4090-AFB5-39E8B67799F6}"/>
              </a:ext>
            </a:extLst>
          </p:cNvPr>
          <p:cNvSpPr>
            <a:spLocks xmlns:a="http://schemas.openxmlformats.org/drawingml/2006/main" noGrp="1"/>
          </p:cNvSpPr>
          <p:nvPr/>
        </p:nvSpPr>
        <p:spPr>
          <a:xfrm xmlns:a="http://schemas.openxmlformats.org/drawingml/2006/main">
            <a:off x="5632704" y="6373368"/>
            <a:ext cx="1234440" cy="347472"/>
          </a:xfrm>
          <a:prstGeom xmlns:a="http://schemas.openxmlformats.org/drawingml/2006/main" prst="roundRect">
            <a:avLst>
              <a:gd name="adj" fmla="val 50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300" b="1" i="0">
                <a:solidFill>
                  <a:srgbClr val="FFFFFF"/>
                </a:solidFill>
                <a:latin typeface="Times New Roman"/>
                <a:ea typeface="Times New Roman"/>
                <a:cs typeface="Times New Roman"/>
              </a:rPr>
              <a:t>API Gateway</a:t>
            </a:r>
          </a:p>
        </p:txBody>
      </p:sp>
      <p:sp>
        <p:nvSpPr>
          <p:cNvPr id="18" name="Rounded Rectangle 17">
            <a:extLst xmlns:a="http://schemas.openxmlformats.org/drawingml/2006/main">
              <a:ext uri="{FF2B5EF4-FFF2-40B4-BE49-F238E27FC236}">
                <a16:creationId xmlns:a16="http://schemas.microsoft.com/office/drawing/2014/main" id="{D0D0304A-7213-4B07-A0E3-3FE242B2873F}"/>
              </a:ext>
            </a:extLst>
          </p:cNvPr>
          <p:cNvSpPr>
            <a:spLocks xmlns:a="http://schemas.openxmlformats.org/drawingml/2006/main" noGrp="1"/>
          </p:cNvSpPr>
          <p:nvPr/>
        </p:nvSpPr>
        <p:spPr>
          <a:xfrm xmlns:a="http://schemas.openxmlformats.org/drawingml/2006/main">
            <a:off x="6976872" y="6373368"/>
            <a:ext cx="822960" cy="347472"/>
          </a:xfrm>
          <a:prstGeom xmlns:a="http://schemas.openxmlformats.org/drawingml/2006/main" prst="roundRect">
            <a:avLst>
              <a:gd name="adj" fmla="val 50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300" b="1" i="0">
                <a:solidFill>
                  <a:srgbClr val="FFFFFF"/>
                </a:solidFill>
                <a:latin typeface="Times New Roman"/>
                <a:ea typeface="Times New Roman"/>
                <a:cs typeface="Times New Roman"/>
              </a:rPr>
              <a:t>SOAP</a:t>
            </a:r>
          </a:p>
        </p:txBody>
      </p:sp>
      <p:sp>
        <p:nvSpPr>
          <p:cNvPr id="19" name="Rounded Rectangle 18">
            <a:extLst xmlns:a="http://schemas.openxmlformats.org/drawingml/2006/main">
              <a:ext uri="{FF2B5EF4-FFF2-40B4-BE49-F238E27FC236}">
                <a16:creationId xmlns:a16="http://schemas.microsoft.com/office/drawing/2014/main" id="{F05E12B9-1BCB-45D1-AA96-1A127641F523}"/>
              </a:ext>
            </a:extLst>
          </p:cNvPr>
          <p:cNvSpPr>
            <a:spLocks xmlns:a="http://schemas.openxmlformats.org/drawingml/2006/main" noGrp="1"/>
          </p:cNvSpPr>
          <p:nvPr/>
        </p:nvSpPr>
        <p:spPr>
          <a:xfrm xmlns:a="http://schemas.openxmlformats.org/drawingml/2006/main">
            <a:off x="7909560" y="6373368"/>
            <a:ext cx="640080" cy="347472"/>
          </a:xfrm>
          <a:prstGeom xmlns:a="http://schemas.openxmlformats.org/drawingml/2006/main" prst="roundRect">
            <a:avLst>
              <a:gd name="adj" fmla="val 50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300" b="1" i="0">
                <a:solidFill>
                  <a:srgbClr val="FFFFFF"/>
                </a:solidFill>
                <a:latin typeface="Times New Roman"/>
                <a:ea typeface="Times New Roman"/>
                <a:cs typeface="Times New Roman"/>
              </a:rPr>
              <a:t>JWT</a:t>
            </a:r>
          </a:p>
        </p:txBody>
      </p:sp>
      <p:sp>
        <p:nvSpPr>
          <p:cNvPr id="20" name="Rounded Rectangle 19">
            <a:extLst xmlns:a="http://schemas.openxmlformats.org/drawingml/2006/main">
              <a:ext uri="{FF2B5EF4-FFF2-40B4-BE49-F238E27FC236}">
                <a16:creationId xmlns:a16="http://schemas.microsoft.com/office/drawing/2014/main" id="{CE4F65EB-3D18-47F3-BAAD-327E7B175529}"/>
              </a:ext>
            </a:extLst>
          </p:cNvPr>
          <p:cNvSpPr>
            <a:spLocks xmlns:a="http://schemas.openxmlformats.org/drawingml/2006/main" noGrp="1"/>
          </p:cNvSpPr>
          <p:nvPr/>
        </p:nvSpPr>
        <p:spPr>
          <a:xfrm xmlns:a="http://schemas.openxmlformats.org/drawingml/2006/main">
            <a:off x="8659368" y="6373368"/>
            <a:ext cx="640080" cy="347472"/>
          </a:xfrm>
          <a:prstGeom xmlns:a="http://schemas.openxmlformats.org/drawingml/2006/main" prst="roundRect">
            <a:avLst>
              <a:gd name="adj" fmla="val 50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300" b="1" i="0">
                <a:solidFill>
                  <a:srgbClr val="FFFFFF"/>
                </a:solidFill>
                <a:latin typeface="Times New Roman"/>
                <a:ea typeface="Times New Roman"/>
                <a:cs typeface="Times New Roman"/>
              </a:rPr>
              <a:t>AOP</a:t>
            </a:r>
          </a:p>
        </p:txBody>
      </p:sp>
    </p:spTree>
    <p:extLst>
      <p:ext uri="{BB962C8B-B14F-4D97-AF65-F5344CB8AC3E}">
        <p14:creationId xmlns:p14="http://schemas.microsoft.com/office/powerpoint/2010/main" val="41902104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B7F00F9C-1E42-4BDC-9ABF-19D02D50FB0A}"/>
              </a:ext>
            </a:extLst>
          </p:cNvPr>
          <p:cNvPicPr>
            <a:picLocks xmlns:a="http://schemas.openxmlformats.org/drawingml/2006/main" noChangeAspect="1"/>
          </p:cNvPicPr>
          <p:nvPr/>
        </p:nvPicPr>
        <p:blipFill>
          <a:blip xmlns:r="http://schemas.openxmlformats.org/officeDocument/2006/relationships" xmlns:a="http://schemas.openxmlformats.org/drawingml/2006/main" r:embed="R9dfea4018f554183"/>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4533A938-52D4-4E98-B077-55917D4D176E}"/>
              </a:ext>
            </a:extLst>
          </p:cNvPr>
          <p:cNvPicPr>
            <a:picLocks xmlns:a="http://schemas.openxmlformats.org/drawingml/2006/main" noChangeAspect="1"/>
          </p:cNvPicPr>
          <p:nvPr/>
        </p:nvPicPr>
        <p:blipFill>
          <a:blip xmlns:r="http://schemas.openxmlformats.org/officeDocument/2006/relationships" xmlns:a="http://schemas.openxmlformats.org/drawingml/2006/main" r:embed="R14325ab0f4f048a8"/>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22A09CD6-CB01-4375-AB4F-2F67B3D86A2A}"/>
              </a:ext>
            </a:extLst>
          </p:cNvPr>
          <p:cNvPicPr>
            <a:picLocks xmlns:a="http://schemas.openxmlformats.org/drawingml/2006/main" noChangeAspect="1"/>
          </p:cNvPicPr>
          <p:nvPr/>
        </p:nvPicPr>
        <p:blipFill>
          <a:blip xmlns:r="http://schemas.openxmlformats.org/officeDocument/2006/relationships" xmlns:a="http://schemas.openxmlformats.org/drawingml/2006/main" r:embed="R97a1d830aa1e49cc"/>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Problem Statement</a:t>
            </a:r>
          </a:p>
        </p:txBody>
      </p:sp>
      <p:pic>
        <p:nvPicPr>
          <p:cNvPr id="10" name="object 3">
            <a:extLst xmlns:a="http://schemas.openxmlformats.org/drawingml/2006/main">
              <a:ext uri="{FF2B5EF4-FFF2-40B4-BE49-F238E27FC236}">
                <a16:creationId xmlns:a16="http://schemas.microsoft.com/office/drawing/2014/main" id="{55F1D307-BE6F-4FBF-A9E6-A1E5AB213BF6}"/>
              </a:ext>
            </a:extLst>
          </p:cNvPr>
          <p:cNvPicPr>
            <a:picLocks xmlns:a="http://schemas.openxmlformats.org/drawingml/2006/main" noChangeAspect="1"/>
          </p:cNvPicPr>
          <p:nvPr/>
        </p:nvPicPr>
        <p:blipFill>
          <a:blip xmlns:r="http://schemas.openxmlformats.org/officeDocument/2006/relationships" xmlns:a="http://schemas.openxmlformats.org/drawingml/2006/main" r:embed="R65cb2807ba8649a5"/>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111197DA-B7D6-4777-AD6D-8A6C7DB86B81}"/>
              </a:ext>
            </a:extLst>
          </p:cNvPr>
          <p:cNvSpPr>
            <a:spLocks xmlns:a="http://schemas.openxmlformats.org/drawingml/2006/main" noGrp="1"/>
          </p:cNvSpPr>
          <p:nvPr/>
        </p:nvSpPr>
        <p:spPr>
          <a:xfrm xmlns:a="http://schemas.openxmlformats.org/drawingml/2006/main">
            <a:off x="548640" y="1463040"/>
            <a:ext cx="8961120" cy="6096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700" b="0" i="0">
                <a:solidFill>
                  <a:srgbClr val="222222"/>
                </a:solidFill>
                <a:latin typeface="Times New Roman"/>
                <a:ea typeface="Times New Roman"/>
                <a:cs typeface="Times New Roman"/>
              </a:rPr>
              <a:t>An ecommerce backend must keep inventory, orders and purchase history consistent while enforcing user permissions.</a:t>
            </a:r>
          </a:p>
        </p:txBody>
      </p:sp>
      <p:sp>
        <p:nvSpPr>
          <p:cNvPr id="12" name="Rounded Rectangle 11">
            <a:extLst xmlns:a="http://schemas.openxmlformats.org/drawingml/2006/main">
              <a:ext uri="{FF2B5EF4-FFF2-40B4-BE49-F238E27FC236}">
                <a16:creationId xmlns:a16="http://schemas.microsoft.com/office/drawing/2014/main" id="{6729E7EA-1405-45FA-9ED4-A1A25C3B717F}"/>
              </a:ext>
            </a:extLst>
          </p:cNvPr>
          <p:cNvSpPr>
            <a:spLocks xmlns:a="http://schemas.openxmlformats.org/drawingml/2006/main" noGrp="1"/>
          </p:cNvSpPr>
          <p:nvPr/>
        </p:nvSpPr>
        <p:spPr>
          <a:xfrm xmlns:a="http://schemas.openxmlformats.org/drawingml/2006/main">
            <a:off x="548640" y="2240280"/>
            <a:ext cx="2834640" cy="21488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89D87DCC-2613-497E-824E-18E193FF0377}"/>
              </a:ext>
            </a:extLst>
          </p:cNvPr>
          <p:cNvSpPr>
            <a:spLocks xmlns:a="http://schemas.openxmlformats.org/drawingml/2006/main" noGrp="1"/>
          </p:cNvSpPr>
          <p:nvPr/>
        </p:nvSpPr>
        <p:spPr>
          <a:xfrm xmlns:a="http://schemas.openxmlformats.org/drawingml/2006/main">
            <a:off x="731520" y="24231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1</a:t>
            </a:r>
          </a:p>
        </p:txBody>
      </p:sp>
      <p:sp>
        <p:nvSpPr>
          <p:cNvPr id="14" name="TextBox 13">
            <a:extLst xmlns:a="http://schemas.openxmlformats.org/drawingml/2006/main">
              <a:ext uri="{FF2B5EF4-FFF2-40B4-BE49-F238E27FC236}">
                <a16:creationId xmlns:a16="http://schemas.microsoft.com/office/drawing/2014/main" id="{EC840799-8344-49D2-9544-C9BFA57C9EE7}"/>
              </a:ext>
            </a:extLst>
          </p:cNvPr>
          <p:cNvSpPr>
            <a:spLocks xmlns:a="http://schemas.openxmlformats.org/drawingml/2006/main" noGrp="1"/>
          </p:cNvSpPr>
          <p:nvPr/>
        </p:nvSpPr>
        <p:spPr>
          <a:xfrm xmlns:a="http://schemas.openxmlformats.org/drawingml/2006/main">
            <a:off x="731520" y="2990088"/>
            <a:ext cx="2514600" cy="350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700" b="1" i="0">
                <a:solidFill>
                  <a:srgbClr val="1B3F8B"/>
                </a:solidFill>
                <a:latin typeface="Times New Roman"/>
                <a:ea typeface="Times New Roman"/>
                <a:cs typeface="Times New Roman"/>
              </a:rPr>
              <a:t>Stock conflicts</a:t>
            </a:r>
          </a:p>
        </p:txBody>
      </p:sp>
      <p:sp>
        <p:nvSpPr>
          <p:cNvPr id="15" name="TextBox 14">
            <a:extLst xmlns:a="http://schemas.openxmlformats.org/drawingml/2006/main">
              <a:ext uri="{FF2B5EF4-FFF2-40B4-BE49-F238E27FC236}">
                <a16:creationId xmlns:a16="http://schemas.microsoft.com/office/drawing/2014/main" id="{FC907855-D368-4A84-8537-8873D180AB37}"/>
              </a:ext>
            </a:extLst>
          </p:cNvPr>
          <p:cNvSpPr>
            <a:spLocks xmlns:a="http://schemas.openxmlformats.org/drawingml/2006/main" noGrp="1"/>
          </p:cNvSpPr>
          <p:nvPr/>
        </p:nvSpPr>
        <p:spPr>
          <a:xfrm xmlns:a="http://schemas.openxmlformats.org/drawingml/2006/main">
            <a:off x="731520" y="3383280"/>
            <a:ext cx="251460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Concurrent purchases must not sell more units than the available stock.</a:t>
            </a:r>
          </a:p>
        </p:txBody>
      </p:sp>
      <p:sp>
        <p:nvSpPr>
          <p:cNvPr id="16" name="Rounded Rectangle 15">
            <a:extLst xmlns:a="http://schemas.openxmlformats.org/drawingml/2006/main">
              <a:ext uri="{FF2B5EF4-FFF2-40B4-BE49-F238E27FC236}">
                <a16:creationId xmlns:a16="http://schemas.microsoft.com/office/drawing/2014/main" id="{ECBD73DD-095C-4FFD-96E8-B380600C2096}"/>
              </a:ext>
            </a:extLst>
          </p:cNvPr>
          <p:cNvSpPr>
            <a:spLocks xmlns:a="http://schemas.openxmlformats.org/drawingml/2006/main" noGrp="1"/>
          </p:cNvSpPr>
          <p:nvPr/>
        </p:nvSpPr>
        <p:spPr>
          <a:xfrm xmlns:a="http://schemas.openxmlformats.org/drawingml/2006/main">
            <a:off x="3593592" y="2240280"/>
            <a:ext cx="2834640" cy="21488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D11D5A58-5419-4B68-A784-7C4E7E53A374}"/>
              </a:ext>
            </a:extLst>
          </p:cNvPr>
          <p:cNvSpPr>
            <a:spLocks xmlns:a="http://schemas.openxmlformats.org/drawingml/2006/main" noGrp="1"/>
          </p:cNvSpPr>
          <p:nvPr/>
        </p:nvSpPr>
        <p:spPr>
          <a:xfrm xmlns:a="http://schemas.openxmlformats.org/drawingml/2006/main">
            <a:off x="3776472" y="24231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2</a:t>
            </a:r>
          </a:p>
        </p:txBody>
      </p:sp>
      <p:sp>
        <p:nvSpPr>
          <p:cNvPr id="18" name="TextBox 17">
            <a:extLst xmlns:a="http://schemas.openxmlformats.org/drawingml/2006/main">
              <a:ext uri="{FF2B5EF4-FFF2-40B4-BE49-F238E27FC236}">
                <a16:creationId xmlns:a16="http://schemas.microsoft.com/office/drawing/2014/main" id="{5E6CB306-10BA-46ED-9181-918CB27535E0}"/>
              </a:ext>
            </a:extLst>
          </p:cNvPr>
          <p:cNvSpPr>
            <a:spLocks xmlns:a="http://schemas.openxmlformats.org/drawingml/2006/main" noGrp="1"/>
          </p:cNvSpPr>
          <p:nvPr/>
        </p:nvSpPr>
        <p:spPr>
          <a:xfrm xmlns:a="http://schemas.openxmlformats.org/drawingml/2006/main">
            <a:off x="3776472" y="2990088"/>
            <a:ext cx="2514600" cy="350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700" b="1" i="0">
                <a:solidFill>
                  <a:srgbClr val="1B3F8B"/>
                </a:solidFill>
                <a:latin typeface="Times New Roman"/>
                <a:ea typeface="Times New Roman"/>
                <a:cs typeface="Times New Roman"/>
              </a:rPr>
              <a:t>Duplicate orders</a:t>
            </a:r>
          </a:p>
        </p:txBody>
      </p:sp>
      <p:sp>
        <p:nvSpPr>
          <p:cNvPr id="19" name="TextBox 18">
            <a:extLst xmlns:a="http://schemas.openxmlformats.org/drawingml/2006/main">
              <a:ext uri="{FF2B5EF4-FFF2-40B4-BE49-F238E27FC236}">
                <a16:creationId xmlns:a16="http://schemas.microsoft.com/office/drawing/2014/main" id="{4D088950-F6FA-427A-8B7F-AEB968E15331}"/>
              </a:ext>
            </a:extLst>
          </p:cNvPr>
          <p:cNvSpPr>
            <a:spLocks xmlns:a="http://schemas.openxmlformats.org/drawingml/2006/main" noGrp="1"/>
          </p:cNvSpPr>
          <p:nvPr/>
        </p:nvSpPr>
        <p:spPr>
          <a:xfrm xmlns:a="http://schemas.openxmlformats.org/drawingml/2006/main">
            <a:off x="3776472" y="3383280"/>
            <a:ext cx="251460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Repeated checkout submissions need protection against duplicate purchases.</a:t>
            </a:r>
          </a:p>
        </p:txBody>
      </p:sp>
      <p:sp>
        <p:nvSpPr>
          <p:cNvPr id="20" name="Rounded Rectangle 19">
            <a:extLst xmlns:a="http://schemas.openxmlformats.org/drawingml/2006/main">
              <a:ext uri="{FF2B5EF4-FFF2-40B4-BE49-F238E27FC236}">
                <a16:creationId xmlns:a16="http://schemas.microsoft.com/office/drawing/2014/main" id="{A3929924-AA2C-4546-A48C-582B4C4188F8}"/>
              </a:ext>
            </a:extLst>
          </p:cNvPr>
          <p:cNvSpPr>
            <a:spLocks xmlns:a="http://schemas.openxmlformats.org/drawingml/2006/main" noGrp="1"/>
          </p:cNvSpPr>
          <p:nvPr/>
        </p:nvSpPr>
        <p:spPr>
          <a:xfrm xmlns:a="http://schemas.openxmlformats.org/drawingml/2006/main">
            <a:off x="6638544" y="2240280"/>
            <a:ext cx="2834640" cy="21488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6391F362-ADCD-4CE8-B170-4DC15AD17A5B}"/>
              </a:ext>
            </a:extLst>
          </p:cNvPr>
          <p:cNvSpPr>
            <a:spLocks xmlns:a="http://schemas.openxmlformats.org/drawingml/2006/main" noGrp="1"/>
          </p:cNvSpPr>
          <p:nvPr/>
        </p:nvSpPr>
        <p:spPr>
          <a:xfrm xmlns:a="http://schemas.openxmlformats.org/drawingml/2006/main">
            <a:off x="6821424" y="24231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3</a:t>
            </a:r>
          </a:p>
        </p:txBody>
      </p:sp>
      <p:sp>
        <p:nvSpPr>
          <p:cNvPr id="22" name="TextBox 21">
            <a:extLst xmlns:a="http://schemas.openxmlformats.org/drawingml/2006/main">
              <a:ext uri="{FF2B5EF4-FFF2-40B4-BE49-F238E27FC236}">
                <a16:creationId xmlns:a16="http://schemas.microsoft.com/office/drawing/2014/main" id="{A9C7A141-4E44-4C74-8534-971595DD12B6}"/>
              </a:ext>
            </a:extLst>
          </p:cNvPr>
          <p:cNvSpPr>
            <a:spLocks xmlns:a="http://schemas.openxmlformats.org/drawingml/2006/main" noGrp="1"/>
          </p:cNvSpPr>
          <p:nvPr/>
        </p:nvSpPr>
        <p:spPr>
          <a:xfrm xmlns:a="http://schemas.openxmlformats.org/drawingml/2006/main">
            <a:off x="6821424" y="2990088"/>
            <a:ext cx="2514600" cy="350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700" b="1" i="0">
                <a:solidFill>
                  <a:srgbClr val="1B3F8B"/>
                </a:solidFill>
                <a:latin typeface="Times New Roman"/>
                <a:ea typeface="Times New Roman"/>
                <a:cs typeface="Times New Roman"/>
              </a:rPr>
              <a:t>Changing prices</a:t>
            </a:r>
          </a:p>
        </p:txBody>
      </p:sp>
      <p:sp>
        <p:nvSpPr>
          <p:cNvPr id="23" name="TextBox 22">
            <a:extLst xmlns:a="http://schemas.openxmlformats.org/drawingml/2006/main">
              <a:ext uri="{FF2B5EF4-FFF2-40B4-BE49-F238E27FC236}">
                <a16:creationId xmlns:a16="http://schemas.microsoft.com/office/drawing/2014/main" id="{8AF3C568-2D9C-4E63-B7B9-D0CBC69F9405}"/>
              </a:ext>
            </a:extLst>
          </p:cNvPr>
          <p:cNvSpPr>
            <a:spLocks xmlns:a="http://schemas.openxmlformats.org/drawingml/2006/main" noGrp="1"/>
          </p:cNvSpPr>
          <p:nvPr/>
        </p:nvSpPr>
        <p:spPr>
          <a:xfrm xmlns:a="http://schemas.openxmlformats.org/drawingml/2006/main">
            <a:off x="6821424" y="3383280"/>
            <a:ext cx="251460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Old orders must retain the product name and price at the time of purchase.</a:t>
            </a:r>
          </a:p>
        </p:txBody>
      </p:sp>
      <p:sp>
        <p:nvSpPr>
          <p:cNvPr id="24" name="Rounded Rectangle 23">
            <a:extLst xmlns:a="http://schemas.openxmlformats.org/drawingml/2006/main">
              <a:ext uri="{FF2B5EF4-FFF2-40B4-BE49-F238E27FC236}">
                <a16:creationId xmlns:a16="http://schemas.microsoft.com/office/drawing/2014/main" id="{BFF90629-7A0D-4F00-897F-B87B1E8DDF1F}"/>
              </a:ext>
            </a:extLst>
          </p:cNvPr>
          <p:cNvSpPr>
            <a:spLocks xmlns:a="http://schemas.openxmlformats.org/drawingml/2006/main" noGrp="1"/>
          </p:cNvSpPr>
          <p:nvPr/>
        </p:nvSpPr>
        <p:spPr>
          <a:xfrm xmlns:a="http://schemas.openxmlformats.org/drawingml/2006/main">
            <a:off x="548640" y="4617720"/>
            <a:ext cx="2834640" cy="21488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0071A4D6-ACA0-4916-A3B1-A9D6588E0FD1}"/>
              </a:ext>
            </a:extLst>
          </p:cNvPr>
          <p:cNvSpPr>
            <a:spLocks xmlns:a="http://schemas.openxmlformats.org/drawingml/2006/main" noGrp="1"/>
          </p:cNvSpPr>
          <p:nvPr/>
        </p:nvSpPr>
        <p:spPr>
          <a:xfrm xmlns:a="http://schemas.openxmlformats.org/drawingml/2006/main">
            <a:off x="731520" y="480060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4</a:t>
            </a:r>
          </a:p>
        </p:txBody>
      </p:sp>
      <p:sp>
        <p:nvSpPr>
          <p:cNvPr id="26" name="TextBox 25">
            <a:extLst xmlns:a="http://schemas.openxmlformats.org/drawingml/2006/main">
              <a:ext uri="{FF2B5EF4-FFF2-40B4-BE49-F238E27FC236}">
                <a16:creationId xmlns:a16="http://schemas.microsoft.com/office/drawing/2014/main" id="{04385F48-3F7A-4DD9-AFD7-1FB8EF3A3EDB}"/>
              </a:ext>
            </a:extLst>
          </p:cNvPr>
          <p:cNvSpPr>
            <a:spLocks xmlns:a="http://schemas.openxmlformats.org/drawingml/2006/main" noGrp="1"/>
          </p:cNvSpPr>
          <p:nvPr/>
        </p:nvSpPr>
        <p:spPr>
          <a:xfrm xmlns:a="http://schemas.openxmlformats.org/drawingml/2006/main">
            <a:off x="731520" y="5367528"/>
            <a:ext cx="2514600" cy="350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700" b="1" i="0">
                <a:solidFill>
                  <a:srgbClr val="1B3F8B"/>
                </a:solidFill>
                <a:latin typeface="Times New Roman"/>
                <a:ea typeface="Times New Roman"/>
                <a:cs typeface="Times New Roman"/>
              </a:rPr>
              <a:t>Product ownership</a:t>
            </a:r>
          </a:p>
        </p:txBody>
      </p:sp>
      <p:sp>
        <p:nvSpPr>
          <p:cNvPr id="27" name="TextBox 26">
            <a:extLst xmlns:a="http://schemas.openxmlformats.org/drawingml/2006/main">
              <a:ext uri="{FF2B5EF4-FFF2-40B4-BE49-F238E27FC236}">
                <a16:creationId xmlns:a16="http://schemas.microsoft.com/office/drawing/2014/main" id="{53913964-59BD-4286-A503-47EFA179679E}"/>
              </a:ext>
            </a:extLst>
          </p:cNvPr>
          <p:cNvSpPr>
            <a:spLocks xmlns:a="http://schemas.openxmlformats.org/drawingml/2006/main" noGrp="1"/>
          </p:cNvSpPr>
          <p:nvPr/>
        </p:nvSpPr>
        <p:spPr>
          <a:xfrm xmlns:a="http://schemas.openxmlformats.org/drawingml/2006/main">
            <a:off x="731520" y="5760720"/>
            <a:ext cx="251460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Sellers and administrators should manage only the products they own.</a:t>
            </a:r>
          </a:p>
        </p:txBody>
      </p:sp>
      <p:sp>
        <p:nvSpPr>
          <p:cNvPr id="28" name="Rounded Rectangle 27">
            <a:extLst xmlns:a="http://schemas.openxmlformats.org/drawingml/2006/main">
              <a:ext uri="{FF2B5EF4-FFF2-40B4-BE49-F238E27FC236}">
                <a16:creationId xmlns:a16="http://schemas.microsoft.com/office/drawing/2014/main" id="{1EF4C2B8-5D35-4A37-839B-81D835BE20CD}"/>
              </a:ext>
            </a:extLst>
          </p:cNvPr>
          <p:cNvSpPr>
            <a:spLocks xmlns:a="http://schemas.openxmlformats.org/drawingml/2006/main" noGrp="1"/>
          </p:cNvSpPr>
          <p:nvPr/>
        </p:nvSpPr>
        <p:spPr>
          <a:xfrm xmlns:a="http://schemas.openxmlformats.org/drawingml/2006/main">
            <a:off x="3593592" y="4617720"/>
            <a:ext cx="2834640" cy="21488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6D425CF9-8A20-4F69-ADAF-F80EB45E2390}"/>
              </a:ext>
            </a:extLst>
          </p:cNvPr>
          <p:cNvSpPr>
            <a:spLocks xmlns:a="http://schemas.openxmlformats.org/drawingml/2006/main" noGrp="1"/>
          </p:cNvSpPr>
          <p:nvPr/>
        </p:nvSpPr>
        <p:spPr>
          <a:xfrm xmlns:a="http://schemas.openxmlformats.org/drawingml/2006/main">
            <a:off x="3776472" y="480060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5</a:t>
            </a:r>
          </a:p>
        </p:txBody>
      </p:sp>
      <p:sp>
        <p:nvSpPr>
          <p:cNvPr id="30" name="TextBox 29">
            <a:extLst xmlns:a="http://schemas.openxmlformats.org/drawingml/2006/main">
              <a:ext uri="{FF2B5EF4-FFF2-40B4-BE49-F238E27FC236}">
                <a16:creationId xmlns:a16="http://schemas.microsoft.com/office/drawing/2014/main" id="{80FB5937-76C4-45B3-8A8A-F53ACFD7B702}"/>
              </a:ext>
            </a:extLst>
          </p:cNvPr>
          <p:cNvSpPr>
            <a:spLocks xmlns:a="http://schemas.openxmlformats.org/drawingml/2006/main" noGrp="1"/>
          </p:cNvSpPr>
          <p:nvPr/>
        </p:nvSpPr>
        <p:spPr>
          <a:xfrm xmlns:a="http://schemas.openxmlformats.org/drawingml/2006/main">
            <a:off x="3776472" y="5367528"/>
            <a:ext cx="2514600" cy="350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700" b="1" i="0">
                <a:solidFill>
                  <a:srgbClr val="1B3F8B"/>
                </a:solidFill>
                <a:latin typeface="Times New Roman"/>
                <a:ea typeface="Times New Roman"/>
                <a:cs typeface="Times New Roman"/>
              </a:rPr>
              <a:t>Order interruptions</a:t>
            </a:r>
          </a:p>
        </p:txBody>
      </p:sp>
      <p:sp>
        <p:nvSpPr>
          <p:cNvPr id="31" name="TextBox 30">
            <a:extLst xmlns:a="http://schemas.openxmlformats.org/drawingml/2006/main">
              <a:ext uri="{FF2B5EF4-FFF2-40B4-BE49-F238E27FC236}">
                <a16:creationId xmlns:a16="http://schemas.microsoft.com/office/drawing/2014/main" id="{B96A89B8-CDDA-4AB5-A907-CBD220B301E5}"/>
              </a:ext>
            </a:extLst>
          </p:cNvPr>
          <p:cNvSpPr>
            <a:spLocks xmlns:a="http://schemas.openxmlformats.org/drawingml/2006/main" noGrp="1"/>
          </p:cNvSpPr>
          <p:nvPr/>
        </p:nvSpPr>
        <p:spPr>
          <a:xfrm xmlns:a="http://schemas.openxmlformats.org/drawingml/2006/main">
            <a:off x="3776472" y="5760720"/>
            <a:ext cx="251460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Temporary service or network failures need persistent recovery steps.</a:t>
            </a:r>
          </a:p>
        </p:txBody>
      </p:sp>
      <p:sp>
        <p:nvSpPr>
          <p:cNvPr id="32" name="Rounded Rectangle 31">
            <a:extLst xmlns:a="http://schemas.openxmlformats.org/drawingml/2006/main">
              <a:ext uri="{FF2B5EF4-FFF2-40B4-BE49-F238E27FC236}">
                <a16:creationId xmlns:a16="http://schemas.microsoft.com/office/drawing/2014/main" id="{746AEE94-4717-43A2-AD18-BC370A413BC6}"/>
              </a:ext>
            </a:extLst>
          </p:cNvPr>
          <p:cNvSpPr>
            <a:spLocks xmlns:a="http://schemas.openxmlformats.org/drawingml/2006/main" noGrp="1"/>
          </p:cNvSpPr>
          <p:nvPr/>
        </p:nvSpPr>
        <p:spPr>
          <a:xfrm xmlns:a="http://schemas.openxmlformats.org/drawingml/2006/main">
            <a:off x="6638544" y="4617720"/>
            <a:ext cx="2834640" cy="21488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3" name="Oval 32">
            <a:extLst xmlns:a="http://schemas.openxmlformats.org/drawingml/2006/main">
              <a:ext uri="{FF2B5EF4-FFF2-40B4-BE49-F238E27FC236}">
                <a16:creationId xmlns:a16="http://schemas.microsoft.com/office/drawing/2014/main" id="{EBC47BCD-45B8-4263-A073-4B5641F3131B}"/>
              </a:ext>
            </a:extLst>
          </p:cNvPr>
          <p:cNvSpPr>
            <a:spLocks xmlns:a="http://schemas.openxmlformats.org/drawingml/2006/main" noGrp="1"/>
          </p:cNvSpPr>
          <p:nvPr/>
        </p:nvSpPr>
        <p:spPr>
          <a:xfrm xmlns:a="http://schemas.openxmlformats.org/drawingml/2006/main">
            <a:off x="6821424" y="480060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6</a:t>
            </a:r>
          </a:p>
        </p:txBody>
      </p:sp>
      <p:sp>
        <p:nvSpPr>
          <p:cNvPr id="34" name="TextBox 33">
            <a:extLst xmlns:a="http://schemas.openxmlformats.org/drawingml/2006/main">
              <a:ext uri="{FF2B5EF4-FFF2-40B4-BE49-F238E27FC236}">
                <a16:creationId xmlns:a16="http://schemas.microsoft.com/office/drawing/2014/main" id="{9421D8B4-CEC5-4D4F-BFA8-B8F384D807F2}"/>
              </a:ext>
            </a:extLst>
          </p:cNvPr>
          <p:cNvSpPr>
            <a:spLocks xmlns:a="http://schemas.openxmlformats.org/drawingml/2006/main" noGrp="1"/>
          </p:cNvSpPr>
          <p:nvPr/>
        </p:nvSpPr>
        <p:spPr>
          <a:xfrm xmlns:a="http://schemas.openxmlformats.org/drawingml/2006/main">
            <a:off x="6821424" y="5367528"/>
            <a:ext cx="2514600" cy="350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700" b="1" i="0">
                <a:solidFill>
                  <a:srgbClr val="1B3F8B"/>
                </a:solidFill>
                <a:latin typeface="Times New Roman"/>
                <a:ea typeface="Times New Roman"/>
                <a:cs typeface="Times New Roman"/>
              </a:rPr>
              <a:t>Scattered records</a:t>
            </a:r>
          </a:p>
        </p:txBody>
      </p:sp>
      <p:sp>
        <p:nvSpPr>
          <p:cNvPr id="35" name="TextBox 34">
            <a:extLst xmlns:a="http://schemas.openxmlformats.org/drawingml/2006/main">
              <a:ext uri="{FF2B5EF4-FFF2-40B4-BE49-F238E27FC236}">
                <a16:creationId xmlns:a16="http://schemas.microsoft.com/office/drawing/2014/main" id="{E61ACD4E-DAE9-4C7B-847E-428A714E7EBC}"/>
              </a:ext>
            </a:extLst>
          </p:cNvPr>
          <p:cNvSpPr>
            <a:spLocks xmlns:a="http://schemas.openxmlformats.org/drawingml/2006/main" noGrp="1"/>
          </p:cNvSpPr>
          <p:nvPr/>
        </p:nvSpPr>
        <p:spPr>
          <a:xfrm xmlns:a="http://schemas.openxmlformats.org/drawingml/2006/main">
            <a:off x="6821424" y="5760720"/>
            <a:ext cx="251460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Customers need order history and bills, while admins need order summaries.</a:t>
            </a:r>
          </a:p>
        </p:txBody>
      </p:sp>
    </p:spTree>
    <p:extLst>
      <p:ext uri="{BB962C8B-B14F-4D97-AF65-F5344CB8AC3E}">
        <p14:creationId xmlns:p14="http://schemas.microsoft.com/office/powerpoint/2010/main" val="419021045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527BEB34-BF07-41FB-ABAA-11E31B94E53F}"/>
              </a:ext>
            </a:extLst>
          </p:cNvPr>
          <p:cNvPicPr>
            <a:picLocks xmlns:a="http://schemas.openxmlformats.org/drawingml/2006/main" noChangeAspect="1"/>
          </p:cNvPicPr>
          <p:nvPr/>
        </p:nvPicPr>
        <p:blipFill>
          <a:blip xmlns:r="http://schemas.openxmlformats.org/officeDocument/2006/relationships" xmlns:a="http://schemas.openxmlformats.org/drawingml/2006/main" r:embed="R99a35466825b4c64"/>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CDBA80BF-A342-485D-8953-C3650D9B20FD}"/>
              </a:ext>
            </a:extLst>
          </p:cNvPr>
          <p:cNvPicPr>
            <a:picLocks xmlns:a="http://schemas.openxmlformats.org/drawingml/2006/main" noChangeAspect="1"/>
          </p:cNvPicPr>
          <p:nvPr/>
        </p:nvPicPr>
        <p:blipFill>
          <a:blip xmlns:r="http://schemas.openxmlformats.org/officeDocument/2006/relationships" xmlns:a="http://schemas.openxmlformats.org/drawingml/2006/main" r:embed="R8abf17f4c72546a3"/>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6F842737-68B2-42B3-B316-9675A8DE4CA0}"/>
              </a:ext>
            </a:extLst>
          </p:cNvPr>
          <p:cNvPicPr>
            <a:picLocks xmlns:a="http://schemas.openxmlformats.org/drawingml/2006/main" noChangeAspect="1"/>
          </p:cNvPicPr>
          <p:nvPr/>
        </p:nvPicPr>
        <p:blipFill>
          <a:blip xmlns:r="http://schemas.openxmlformats.org/officeDocument/2006/relationships" xmlns:a="http://schemas.openxmlformats.org/drawingml/2006/main" r:embed="Raf7cd4aa510b41df"/>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200" b="1">
                <a:solidFill>
                  <a:schemeClr val="bg1"/>
                </a:solidFill>
                <a:latin typeface="Times New Roman"/>
                <a:ea typeface="Times New Roman"/>
                <a:cs typeface="Times New Roman"/>
              </a:rPr>
              <a:t>Existing vs Proposed System</a:t>
            </a:r>
          </a:p>
        </p:txBody>
      </p:sp>
      <p:pic>
        <p:nvPicPr>
          <p:cNvPr id="10" name="object 3">
            <a:extLst xmlns:a="http://schemas.openxmlformats.org/drawingml/2006/main">
              <a:ext uri="{FF2B5EF4-FFF2-40B4-BE49-F238E27FC236}">
                <a16:creationId xmlns:a16="http://schemas.microsoft.com/office/drawing/2014/main" id="{BC7CF5B4-A34C-42DD-86CF-58D2C20258D4}"/>
              </a:ext>
            </a:extLst>
          </p:cNvPr>
          <p:cNvPicPr>
            <a:picLocks xmlns:a="http://schemas.openxmlformats.org/drawingml/2006/main" noChangeAspect="1"/>
          </p:cNvPicPr>
          <p:nvPr/>
        </p:nvPicPr>
        <p:blipFill>
          <a:blip xmlns:r="http://schemas.openxmlformats.org/officeDocument/2006/relationships" xmlns:a="http://schemas.openxmlformats.org/drawingml/2006/main" r:embed="R062dd6b252e54195"/>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C1FB7839-793C-4C2C-9DCA-BF1315D7D6C0}"/>
              </a:ext>
            </a:extLst>
          </p:cNvPr>
          <p:cNvSpPr>
            <a:spLocks xmlns:a="http://schemas.openxmlformats.org/drawingml/2006/main" noGrp="1"/>
          </p:cNvSpPr>
          <p:nvPr/>
        </p:nvSpPr>
        <p:spPr>
          <a:xfrm xmlns:a="http://schemas.openxmlformats.org/drawingml/2006/main">
            <a:off x="548640" y="1508760"/>
            <a:ext cx="4389120" cy="548640"/>
          </a:xfrm>
          <a:prstGeom xmlns:a="http://schemas.openxmlformats.org/drawingml/2006/main" prst="roundRect">
            <a:avLst>
              <a:gd name="adj" fmla="val 8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2000" b="1" i="0">
                <a:solidFill>
                  <a:srgbClr val="FFFFFF"/>
                </a:solidFill>
                <a:latin typeface="Times New Roman"/>
                <a:ea typeface="Times New Roman"/>
                <a:cs typeface="Times New Roman"/>
              </a:rPr>
              <a:t>Manual / Basic System</a:t>
            </a:r>
          </a:p>
        </p:txBody>
      </p:sp>
      <p:sp>
        <p:nvSpPr>
          <p:cNvPr id="12" name="Rounded Rectangle 11">
            <a:extLst xmlns:a="http://schemas.openxmlformats.org/drawingml/2006/main">
              <a:ext uri="{FF2B5EF4-FFF2-40B4-BE49-F238E27FC236}">
                <a16:creationId xmlns:a16="http://schemas.microsoft.com/office/drawing/2014/main" id="{1B396EEE-ACA4-4746-8D77-841B6908B4C6}"/>
              </a:ext>
            </a:extLst>
          </p:cNvPr>
          <p:cNvSpPr>
            <a:spLocks xmlns:a="http://schemas.openxmlformats.org/drawingml/2006/main" noGrp="1"/>
          </p:cNvSpPr>
          <p:nvPr/>
        </p:nvSpPr>
        <p:spPr>
          <a:xfrm xmlns:a="http://schemas.openxmlformats.org/drawingml/2006/main">
            <a:off x="548640" y="2148840"/>
            <a:ext cx="4389120" cy="493776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3" name="TextBox 12">
            <a:extLst xmlns:a="http://schemas.openxmlformats.org/drawingml/2006/main">
              <a:ext uri="{FF2B5EF4-FFF2-40B4-BE49-F238E27FC236}">
                <a16:creationId xmlns:a16="http://schemas.microsoft.com/office/drawing/2014/main" id="{C4B1DFFF-2E59-4347-9EE5-E3BB6E244C37}"/>
              </a:ext>
            </a:extLst>
          </p:cNvPr>
          <p:cNvSpPr>
            <a:spLocks xmlns:a="http://schemas.openxmlformats.org/drawingml/2006/main" noGrp="1"/>
          </p:cNvSpPr>
          <p:nvPr/>
        </p:nvSpPr>
        <p:spPr>
          <a:xfrm xmlns:a="http://schemas.openxmlformats.org/drawingml/2006/main">
            <a:off x="731520" y="233172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C62828"/>
                </a:solidFill>
                <a:latin typeface="Times New Roman"/>
                <a:ea typeface="Times New Roman"/>
                <a:cs typeface="Times New Roman"/>
              </a:rPr>
              <a:t>✗</a:t>
            </a:r>
          </a:p>
        </p:txBody>
      </p:sp>
      <p:sp>
        <p:nvSpPr>
          <p:cNvPr id="14" name="TextBox 13">
            <a:extLst xmlns:a="http://schemas.openxmlformats.org/drawingml/2006/main">
              <a:ext uri="{FF2B5EF4-FFF2-40B4-BE49-F238E27FC236}">
                <a16:creationId xmlns:a16="http://schemas.microsoft.com/office/drawing/2014/main" id="{A1E73BD4-E8F5-4259-A6D3-EF614C2E98FE}"/>
              </a:ext>
            </a:extLst>
          </p:cNvPr>
          <p:cNvSpPr>
            <a:spLocks xmlns:a="http://schemas.openxmlformats.org/drawingml/2006/main" noGrp="1"/>
          </p:cNvSpPr>
          <p:nvPr/>
        </p:nvSpPr>
        <p:spPr>
          <a:xfrm xmlns:a="http://schemas.openxmlformats.org/drawingml/2006/main">
            <a:off x="1143000" y="233172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Orders recorded separately</a:t>
            </a:r>
          </a:p>
        </p:txBody>
      </p:sp>
      <p:sp>
        <p:nvSpPr>
          <p:cNvPr id="15" name="TextBox 14">
            <a:extLst xmlns:a="http://schemas.openxmlformats.org/drawingml/2006/main">
              <a:ext uri="{FF2B5EF4-FFF2-40B4-BE49-F238E27FC236}">
                <a16:creationId xmlns:a16="http://schemas.microsoft.com/office/drawing/2014/main" id="{E5DF971D-558A-4C26-91BA-95038FB6A205}"/>
              </a:ext>
            </a:extLst>
          </p:cNvPr>
          <p:cNvSpPr>
            <a:spLocks xmlns:a="http://schemas.openxmlformats.org/drawingml/2006/main" noGrp="1"/>
          </p:cNvSpPr>
          <p:nvPr/>
        </p:nvSpPr>
        <p:spPr>
          <a:xfrm xmlns:a="http://schemas.openxmlformats.org/drawingml/2006/main">
            <a:off x="731520" y="310896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C62828"/>
                </a:solidFill>
                <a:latin typeface="Times New Roman"/>
                <a:ea typeface="Times New Roman"/>
                <a:cs typeface="Times New Roman"/>
              </a:rPr>
              <a:t>✗</a:t>
            </a:r>
          </a:p>
        </p:txBody>
      </p:sp>
      <p:sp>
        <p:nvSpPr>
          <p:cNvPr id="16" name="TextBox 15">
            <a:extLst xmlns:a="http://schemas.openxmlformats.org/drawingml/2006/main">
              <a:ext uri="{FF2B5EF4-FFF2-40B4-BE49-F238E27FC236}">
                <a16:creationId xmlns:a16="http://schemas.microsoft.com/office/drawing/2014/main" id="{6525DE4E-F951-4689-9D8B-7DEFD41BA67B}"/>
              </a:ext>
            </a:extLst>
          </p:cNvPr>
          <p:cNvSpPr>
            <a:spLocks xmlns:a="http://schemas.openxmlformats.org/drawingml/2006/main" noGrp="1"/>
          </p:cNvSpPr>
          <p:nvPr/>
        </p:nvSpPr>
        <p:spPr>
          <a:xfrm xmlns:a="http://schemas.openxmlformats.org/drawingml/2006/main">
            <a:off x="1143000" y="310896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Product details in static lists</a:t>
            </a:r>
          </a:p>
        </p:txBody>
      </p:sp>
      <p:sp>
        <p:nvSpPr>
          <p:cNvPr id="17" name="TextBox 16">
            <a:extLst xmlns:a="http://schemas.openxmlformats.org/drawingml/2006/main">
              <a:ext uri="{FF2B5EF4-FFF2-40B4-BE49-F238E27FC236}">
                <a16:creationId xmlns:a16="http://schemas.microsoft.com/office/drawing/2014/main" id="{9F09D528-8B04-4D26-B736-E16AAE1C9519}"/>
              </a:ext>
            </a:extLst>
          </p:cNvPr>
          <p:cNvSpPr>
            <a:spLocks xmlns:a="http://schemas.openxmlformats.org/drawingml/2006/main" noGrp="1"/>
          </p:cNvSpPr>
          <p:nvPr/>
        </p:nvSpPr>
        <p:spPr>
          <a:xfrm xmlns:a="http://schemas.openxmlformats.org/drawingml/2006/main">
            <a:off x="731520" y="388620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C62828"/>
                </a:solidFill>
                <a:latin typeface="Times New Roman"/>
                <a:ea typeface="Times New Roman"/>
                <a:cs typeface="Times New Roman"/>
              </a:rPr>
              <a:t>✗</a:t>
            </a:r>
          </a:p>
        </p:txBody>
      </p:sp>
      <p:sp>
        <p:nvSpPr>
          <p:cNvPr id="18" name="TextBox 17">
            <a:extLst xmlns:a="http://schemas.openxmlformats.org/drawingml/2006/main">
              <a:ext uri="{FF2B5EF4-FFF2-40B4-BE49-F238E27FC236}">
                <a16:creationId xmlns:a16="http://schemas.microsoft.com/office/drawing/2014/main" id="{EB2ABDE8-DEFD-4E41-8546-3F90B0425279}"/>
              </a:ext>
            </a:extLst>
          </p:cNvPr>
          <p:cNvSpPr>
            <a:spLocks xmlns:a="http://schemas.openxmlformats.org/drawingml/2006/main" noGrp="1"/>
          </p:cNvSpPr>
          <p:nvPr/>
        </p:nvSpPr>
        <p:spPr>
          <a:xfrm xmlns:a="http://schemas.openxmlformats.org/drawingml/2006/main">
            <a:off x="1143000" y="388620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Inventory updated manually</a:t>
            </a:r>
          </a:p>
        </p:txBody>
      </p:sp>
      <p:sp>
        <p:nvSpPr>
          <p:cNvPr id="19" name="TextBox 18">
            <a:extLst xmlns:a="http://schemas.openxmlformats.org/drawingml/2006/main">
              <a:ext uri="{FF2B5EF4-FFF2-40B4-BE49-F238E27FC236}">
                <a16:creationId xmlns:a16="http://schemas.microsoft.com/office/drawing/2014/main" id="{AB40965C-2A54-488F-A37A-EBF808E33764}"/>
              </a:ext>
            </a:extLst>
          </p:cNvPr>
          <p:cNvSpPr>
            <a:spLocks xmlns:a="http://schemas.openxmlformats.org/drawingml/2006/main" noGrp="1"/>
          </p:cNvSpPr>
          <p:nvPr/>
        </p:nvSpPr>
        <p:spPr>
          <a:xfrm xmlns:a="http://schemas.openxmlformats.org/drawingml/2006/main">
            <a:off x="731520" y="466344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C62828"/>
                </a:solidFill>
                <a:latin typeface="Times New Roman"/>
                <a:ea typeface="Times New Roman"/>
                <a:cs typeface="Times New Roman"/>
              </a:rPr>
              <a:t>✗</a:t>
            </a:r>
          </a:p>
        </p:txBody>
      </p:sp>
      <p:sp>
        <p:nvSpPr>
          <p:cNvPr id="20" name="TextBox 19">
            <a:extLst xmlns:a="http://schemas.openxmlformats.org/drawingml/2006/main">
              <a:ext uri="{FF2B5EF4-FFF2-40B4-BE49-F238E27FC236}">
                <a16:creationId xmlns:a16="http://schemas.microsoft.com/office/drawing/2014/main" id="{C8ED57E7-9B39-454D-8D78-240039150539}"/>
              </a:ext>
            </a:extLst>
          </p:cNvPr>
          <p:cNvSpPr>
            <a:spLocks xmlns:a="http://schemas.openxmlformats.org/drawingml/2006/main" noGrp="1"/>
          </p:cNvSpPr>
          <p:nvPr/>
        </p:nvSpPr>
        <p:spPr>
          <a:xfrm xmlns:a="http://schemas.openxmlformats.org/drawingml/2006/main">
            <a:off x="1143000" y="466344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Informal access permissions</a:t>
            </a:r>
          </a:p>
        </p:txBody>
      </p:sp>
      <p:sp>
        <p:nvSpPr>
          <p:cNvPr id="21" name="TextBox 20">
            <a:extLst xmlns:a="http://schemas.openxmlformats.org/drawingml/2006/main">
              <a:ext uri="{FF2B5EF4-FFF2-40B4-BE49-F238E27FC236}">
                <a16:creationId xmlns:a16="http://schemas.microsoft.com/office/drawing/2014/main" id="{94EB0409-4897-422A-9C4E-3A1EC9725AF2}"/>
              </a:ext>
            </a:extLst>
          </p:cNvPr>
          <p:cNvSpPr>
            <a:spLocks xmlns:a="http://schemas.openxmlformats.org/drawingml/2006/main" noGrp="1"/>
          </p:cNvSpPr>
          <p:nvPr/>
        </p:nvSpPr>
        <p:spPr>
          <a:xfrm xmlns:a="http://schemas.openxmlformats.org/drawingml/2006/main">
            <a:off x="731520" y="5440679"/>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C62828"/>
                </a:solidFill>
                <a:latin typeface="Times New Roman"/>
                <a:ea typeface="Times New Roman"/>
                <a:cs typeface="Times New Roman"/>
              </a:rPr>
              <a:t>✗</a:t>
            </a:r>
          </a:p>
        </p:txBody>
      </p:sp>
      <p:sp>
        <p:nvSpPr>
          <p:cNvPr id="22" name="TextBox 21">
            <a:extLst xmlns:a="http://schemas.openxmlformats.org/drawingml/2006/main">
              <a:ext uri="{FF2B5EF4-FFF2-40B4-BE49-F238E27FC236}">
                <a16:creationId xmlns:a16="http://schemas.microsoft.com/office/drawing/2014/main" id="{353953AE-7112-40F7-98C8-D7E3CBD2DB7A}"/>
              </a:ext>
            </a:extLst>
          </p:cNvPr>
          <p:cNvSpPr>
            <a:spLocks xmlns:a="http://schemas.openxmlformats.org/drawingml/2006/main" noGrp="1"/>
          </p:cNvSpPr>
          <p:nvPr/>
        </p:nvSpPr>
        <p:spPr>
          <a:xfrm xmlns:a="http://schemas.openxmlformats.org/drawingml/2006/main">
            <a:off x="1143000" y="5440679"/>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Bills prepared separately</a:t>
            </a:r>
          </a:p>
        </p:txBody>
      </p:sp>
      <p:sp>
        <p:nvSpPr>
          <p:cNvPr id="23" name="TextBox 22">
            <a:extLst xmlns:a="http://schemas.openxmlformats.org/drawingml/2006/main">
              <a:ext uri="{FF2B5EF4-FFF2-40B4-BE49-F238E27FC236}">
                <a16:creationId xmlns:a16="http://schemas.microsoft.com/office/drawing/2014/main" id="{5F4E8C71-1A76-4A9D-BDD5-C2E1BCF07A45}"/>
              </a:ext>
            </a:extLst>
          </p:cNvPr>
          <p:cNvSpPr>
            <a:spLocks xmlns:a="http://schemas.openxmlformats.org/drawingml/2006/main" noGrp="1"/>
          </p:cNvSpPr>
          <p:nvPr/>
        </p:nvSpPr>
        <p:spPr>
          <a:xfrm xmlns:a="http://schemas.openxmlformats.org/drawingml/2006/main">
            <a:off x="731520" y="621792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C62828"/>
                </a:solidFill>
                <a:latin typeface="Times New Roman"/>
                <a:ea typeface="Times New Roman"/>
                <a:cs typeface="Times New Roman"/>
              </a:rPr>
              <a:t>✗</a:t>
            </a:r>
          </a:p>
        </p:txBody>
      </p:sp>
      <p:sp>
        <p:nvSpPr>
          <p:cNvPr id="24" name="TextBox 23">
            <a:extLst xmlns:a="http://schemas.openxmlformats.org/drawingml/2006/main">
              <a:ext uri="{FF2B5EF4-FFF2-40B4-BE49-F238E27FC236}">
                <a16:creationId xmlns:a16="http://schemas.microsoft.com/office/drawing/2014/main" id="{10EEB156-DB74-42AA-BDF8-3FE506A99E32}"/>
              </a:ext>
            </a:extLst>
          </p:cNvPr>
          <p:cNvSpPr>
            <a:spLocks xmlns:a="http://schemas.openxmlformats.org/drawingml/2006/main" noGrp="1"/>
          </p:cNvSpPr>
          <p:nvPr/>
        </p:nvSpPr>
        <p:spPr>
          <a:xfrm xmlns:a="http://schemas.openxmlformats.org/drawingml/2006/main">
            <a:off x="1143000" y="621792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Limited order summaries</a:t>
            </a:r>
          </a:p>
        </p:txBody>
      </p:sp>
      <p:sp>
        <p:nvSpPr>
          <p:cNvPr id="25" name="Rounded Rectangle 24">
            <a:extLst xmlns:a="http://schemas.openxmlformats.org/drawingml/2006/main">
              <a:ext uri="{FF2B5EF4-FFF2-40B4-BE49-F238E27FC236}">
                <a16:creationId xmlns:a16="http://schemas.microsoft.com/office/drawing/2014/main" id="{9A794E0D-B057-4154-A726-872F4CD76508}"/>
              </a:ext>
            </a:extLst>
          </p:cNvPr>
          <p:cNvSpPr>
            <a:spLocks xmlns:a="http://schemas.openxmlformats.org/drawingml/2006/main" noGrp="1"/>
          </p:cNvSpPr>
          <p:nvPr/>
        </p:nvSpPr>
        <p:spPr>
          <a:xfrm xmlns:a="http://schemas.openxmlformats.org/drawingml/2006/main">
            <a:off x="5120640" y="1508760"/>
            <a:ext cx="4389120" cy="548640"/>
          </a:xfrm>
          <a:prstGeom xmlns:a="http://schemas.openxmlformats.org/drawingml/2006/main" prst="roundRect">
            <a:avLst>
              <a:gd name="adj" fmla="val 8000"/>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2000" b="1" i="0">
                <a:solidFill>
                  <a:srgbClr val="FFFFFF"/>
                </a:solidFill>
                <a:latin typeface="Times New Roman"/>
                <a:ea typeface="Times New Roman"/>
                <a:cs typeface="Times New Roman"/>
              </a:rPr>
              <a:t>Proposed System</a:t>
            </a:r>
          </a:p>
        </p:txBody>
      </p:sp>
      <p:sp>
        <p:nvSpPr>
          <p:cNvPr id="26" name="Rounded Rectangle 25">
            <a:extLst xmlns:a="http://schemas.openxmlformats.org/drawingml/2006/main">
              <a:ext uri="{FF2B5EF4-FFF2-40B4-BE49-F238E27FC236}">
                <a16:creationId xmlns:a16="http://schemas.microsoft.com/office/drawing/2014/main" id="{0542AE12-0F65-4281-8B69-84D4D5936682}"/>
              </a:ext>
            </a:extLst>
          </p:cNvPr>
          <p:cNvSpPr>
            <a:spLocks xmlns:a="http://schemas.openxmlformats.org/drawingml/2006/main" noGrp="1"/>
          </p:cNvSpPr>
          <p:nvPr/>
        </p:nvSpPr>
        <p:spPr>
          <a:xfrm xmlns:a="http://schemas.openxmlformats.org/drawingml/2006/main">
            <a:off x="5120640" y="2148840"/>
            <a:ext cx="4389120" cy="493776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7" name="TextBox 26">
            <a:extLst xmlns:a="http://schemas.openxmlformats.org/drawingml/2006/main">
              <a:ext uri="{FF2B5EF4-FFF2-40B4-BE49-F238E27FC236}">
                <a16:creationId xmlns:a16="http://schemas.microsoft.com/office/drawing/2014/main" id="{DBBD720B-F197-473F-89A8-C7B068032008}"/>
              </a:ext>
            </a:extLst>
          </p:cNvPr>
          <p:cNvSpPr>
            <a:spLocks xmlns:a="http://schemas.openxmlformats.org/drawingml/2006/main" noGrp="1"/>
          </p:cNvSpPr>
          <p:nvPr/>
        </p:nvSpPr>
        <p:spPr>
          <a:xfrm xmlns:a="http://schemas.openxmlformats.org/drawingml/2006/main">
            <a:off x="5303520" y="233172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1E8E3E"/>
                </a:solidFill>
                <a:latin typeface="Times New Roman"/>
                <a:ea typeface="Times New Roman"/>
                <a:cs typeface="Times New Roman"/>
              </a:rPr>
              <a:t>✓</a:t>
            </a:r>
          </a:p>
        </p:txBody>
      </p:sp>
      <p:sp>
        <p:nvSpPr>
          <p:cNvPr id="28" name="TextBox 27">
            <a:extLst xmlns:a="http://schemas.openxmlformats.org/drawingml/2006/main">
              <a:ext uri="{FF2B5EF4-FFF2-40B4-BE49-F238E27FC236}">
                <a16:creationId xmlns:a16="http://schemas.microsoft.com/office/drawing/2014/main" id="{67A5780D-042D-429E-96DD-2146A86B6809}"/>
              </a:ext>
            </a:extLst>
          </p:cNvPr>
          <p:cNvSpPr>
            <a:spLocks xmlns:a="http://schemas.openxmlformats.org/drawingml/2006/main" noGrp="1"/>
          </p:cNvSpPr>
          <p:nvPr/>
        </p:nvSpPr>
        <p:spPr>
          <a:xfrm xmlns:a="http://schemas.openxmlformats.org/drawingml/2006/main">
            <a:off x="5715000" y="233172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Orders placed through a website</a:t>
            </a:r>
          </a:p>
        </p:txBody>
      </p:sp>
      <p:sp>
        <p:nvSpPr>
          <p:cNvPr id="29" name="TextBox 28">
            <a:extLst xmlns:a="http://schemas.openxmlformats.org/drawingml/2006/main">
              <a:ext uri="{FF2B5EF4-FFF2-40B4-BE49-F238E27FC236}">
                <a16:creationId xmlns:a16="http://schemas.microsoft.com/office/drawing/2014/main" id="{B3F0438C-847F-467A-8653-ADAD2F22676B}"/>
              </a:ext>
            </a:extLst>
          </p:cNvPr>
          <p:cNvSpPr>
            <a:spLocks xmlns:a="http://schemas.openxmlformats.org/drawingml/2006/main" noGrp="1"/>
          </p:cNvSpPr>
          <p:nvPr/>
        </p:nvSpPr>
        <p:spPr>
          <a:xfrm xmlns:a="http://schemas.openxmlformats.org/drawingml/2006/main">
            <a:off x="5303520" y="310896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1E8E3E"/>
                </a:solidFill>
                <a:latin typeface="Times New Roman"/>
                <a:ea typeface="Times New Roman"/>
                <a:cs typeface="Times New Roman"/>
              </a:rPr>
              <a:t>✓</a:t>
            </a:r>
          </a:p>
        </p:txBody>
      </p:sp>
      <p:sp>
        <p:nvSpPr>
          <p:cNvPr id="30" name="TextBox 29">
            <a:extLst xmlns:a="http://schemas.openxmlformats.org/drawingml/2006/main">
              <a:ext uri="{FF2B5EF4-FFF2-40B4-BE49-F238E27FC236}">
                <a16:creationId xmlns:a16="http://schemas.microsoft.com/office/drawing/2014/main" id="{580D97A7-3106-458F-A81A-214FFB3D6E8A}"/>
              </a:ext>
            </a:extLst>
          </p:cNvPr>
          <p:cNvSpPr>
            <a:spLocks xmlns:a="http://schemas.openxmlformats.org/drawingml/2006/main" noGrp="1"/>
          </p:cNvSpPr>
          <p:nvPr/>
        </p:nvSpPr>
        <p:spPr>
          <a:xfrm xmlns:a="http://schemas.openxmlformats.org/drawingml/2006/main">
            <a:off x="5715000" y="310896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Persistent product and order records</a:t>
            </a:r>
          </a:p>
        </p:txBody>
      </p:sp>
      <p:sp>
        <p:nvSpPr>
          <p:cNvPr id="31" name="TextBox 30">
            <a:extLst xmlns:a="http://schemas.openxmlformats.org/drawingml/2006/main">
              <a:ext uri="{FF2B5EF4-FFF2-40B4-BE49-F238E27FC236}">
                <a16:creationId xmlns:a16="http://schemas.microsoft.com/office/drawing/2014/main" id="{D224BD08-9288-4373-A193-2AC762577373}"/>
              </a:ext>
            </a:extLst>
          </p:cNvPr>
          <p:cNvSpPr>
            <a:spLocks xmlns:a="http://schemas.openxmlformats.org/drawingml/2006/main" noGrp="1"/>
          </p:cNvSpPr>
          <p:nvPr/>
        </p:nvSpPr>
        <p:spPr>
          <a:xfrm xmlns:a="http://schemas.openxmlformats.org/drawingml/2006/main">
            <a:off x="5303520" y="388620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1E8E3E"/>
                </a:solidFill>
                <a:latin typeface="Times New Roman"/>
                <a:ea typeface="Times New Roman"/>
                <a:cs typeface="Times New Roman"/>
              </a:rPr>
              <a:t>✓</a:t>
            </a:r>
          </a:p>
        </p:txBody>
      </p:sp>
      <p:sp>
        <p:nvSpPr>
          <p:cNvPr id="32" name="TextBox 31">
            <a:extLst xmlns:a="http://schemas.openxmlformats.org/drawingml/2006/main">
              <a:ext uri="{FF2B5EF4-FFF2-40B4-BE49-F238E27FC236}">
                <a16:creationId xmlns:a16="http://schemas.microsoft.com/office/drawing/2014/main" id="{B5D78A74-9EE7-40BF-AE07-77FA0FBD87BA}"/>
              </a:ext>
            </a:extLst>
          </p:cNvPr>
          <p:cNvSpPr>
            <a:spLocks xmlns:a="http://schemas.openxmlformats.org/drawingml/2006/main" noGrp="1"/>
          </p:cNvSpPr>
          <p:nvPr/>
        </p:nvSpPr>
        <p:spPr>
          <a:xfrm xmlns:a="http://schemas.openxmlformats.org/drawingml/2006/main">
            <a:off x="5715000" y="388620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Stock reservations and safe retries</a:t>
            </a:r>
          </a:p>
        </p:txBody>
      </p:sp>
      <p:sp>
        <p:nvSpPr>
          <p:cNvPr id="33" name="TextBox 32">
            <a:extLst xmlns:a="http://schemas.openxmlformats.org/drawingml/2006/main">
              <a:ext uri="{FF2B5EF4-FFF2-40B4-BE49-F238E27FC236}">
                <a16:creationId xmlns:a16="http://schemas.microsoft.com/office/drawing/2014/main" id="{6C214144-0ADB-4503-881A-CDFBFF8958F0}"/>
              </a:ext>
            </a:extLst>
          </p:cNvPr>
          <p:cNvSpPr>
            <a:spLocks xmlns:a="http://schemas.openxmlformats.org/drawingml/2006/main" noGrp="1"/>
          </p:cNvSpPr>
          <p:nvPr/>
        </p:nvSpPr>
        <p:spPr>
          <a:xfrm xmlns:a="http://schemas.openxmlformats.org/drawingml/2006/main">
            <a:off x="5303520" y="466344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1E8E3E"/>
                </a:solidFill>
                <a:latin typeface="Times New Roman"/>
                <a:ea typeface="Times New Roman"/>
                <a:cs typeface="Times New Roman"/>
              </a:rPr>
              <a:t>✓</a:t>
            </a:r>
          </a:p>
        </p:txBody>
      </p:sp>
      <p:sp>
        <p:nvSpPr>
          <p:cNvPr id="34" name="TextBox 33">
            <a:extLst xmlns:a="http://schemas.openxmlformats.org/drawingml/2006/main">
              <a:ext uri="{FF2B5EF4-FFF2-40B4-BE49-F238E27FC236}">
                <a16:creationId xmlns:a16="http://schemas.microsoft.com/office/drawing/2014/main" id="{C644A091-4905-407B-94D8-F2A7B81A4A9D}"/>
              </a:ext>
            </a:extLst>
          </p:cNvPr>
          <p:cNvSpPr>
            <a:spLocks xmlns:a="http://schemas.openxmlformats.org/drawingml/2006/main" noGrp="1"/>
          </p:cNvSpPr>
          <p:nvPr/>
        </p:nvSpPr>
        <p:spPr>
          <a:xfrm xmlns:a="http://schemas.openxmlformats.org/drawingml/2006/main">
            <a:off x="5715000" y="466344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Roles and product ownership checks</a:t>
            </a:r>
          </a:p>
        </p:txBody>
      </p:sp>
      <p:sp>
        <p:nvSpPr>
          <p:cNvPr id="35" name="TextBox 34">
            <a:extLst xmlns:a="http://schemas.openxmlformats.org/drawingml/2006/main">
              <a:ext uri="{FF2B5EF4-FFF2-40B4-BE49-F238E27FC236}">
                <a16:creationId xmlns:a16="http://schemas.microsoft.com/office/drawing/2014/main" id="{A36A3662-5A98-4E23-BCFF-FA4A3B0A45EB}"/>
              </a:ext>
            </a:extLst>
          </p:cNvPr>
          <p:cNvSpPr>
            <a:spLocks xmlns:a="http://schemas.openxmlformats.org/drawingml/2006/main" noGrp="1"/>
          </p:cNvSpPr>
          <p:nvPr/>
        </p:nvSpPr>
        <p:spPr>
          <a:xfrm xmlns:a="http://schemas.openxmlformats.org/drawingml/2006/main">
            <a:off x="5303520" y="5440679"/>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1E8E3E"/>
                </a:solidFill>
                <a:latin typeface="Times New Roman"/>
                <a:ea typeface="Times New Roman"/>
                <a:cs typeface="Times New Roman"/>
              </a:rPr>
              <a:t>✓</a:t>
            </a:r>
          </a:p>
        </p:txBody>
      </p:sp>
      <p:sp>
        <p:nvSpPr>
          <p:cNvPr id="36" name="TextBox 35">
            <a:extLst xmlns:a="http://schemas.openxmlformats.org/drawingml/2006/main">
              <a:ext uri="{FF2B5EF4-FFF2-40B4-BE49-F238E27FC236}">
                <a16:creationId xmlns:a16="http://schemas.microsoft.com/office/drawing/2014/main" id="{909057F4-D3EC-4A92-9831-D8D5FA0898C7}"/>
              </a:ext>
            </a:extLst>
          </p:cNvPr>
          <p:cNvSpPr>
            <a:spLocks xmlns:a="http://schemas.openxmlformats.org/drawingml/2006/main" noGrp="1"/>
          </p:cNvSpPr>
          <p:nvPr/>
        </p:nvSpPr>
        <p:spPr>
          <a:xfrm xmlns:a="http://schemas.openxmlformats.org/drawingml/2006/main">
            <a:off x="5715000" y="5440679"/>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SOAP invoice generation</a:t>
            </a:r>
          </a:p>
        </p:txBody>
      </p:sp>
      <p:sp>
        <p:nvSpPr>
          <p:cNvPr id="37" name="TextBox 36">
            <a:extLst xmlns:a="http://schemas.openxmlformats.org/drawingml/2006/main">
              <a:ext uri="{FF2B5EF4-FFF2-40B4-BE49-F238E27FC236}">
                <a16:creationId xmlns:a16="http://schemas.microsoft.com/office/drawing/2014/main" id="{0537CDCF-3B0E-47CD-BADB-75AE3DBB1B43}"/>
              </a:ext>
            </a:extLst>
          </p:cNvPr>
          <p:cNvSpPr>
            <a:spLocks xmlns:a="http://schemas.openxmlformats.org/drawingml/2006/main" noGrp="1"/>
          </p:cNvSpPr>
          <p:nvPr/>
        </p:nvSpPr>
        <p:spPr>
          <a:xfrm xmlns:a="http://schemas.openxmlformats.org/drawingml/2006/main">
            <a:off x="5303520" y="6217920"/>
            <a:ext cx="365760" cy="54864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2200" b="1" i="0">
                <a:solidFill>
                  <a:srgbClr val="1E8E3E"/>
                </a:solidFill>
                <a:latin typeface="Times New Roman"/>
                <a:ea typeface="Times New Roman"/>
                <a:cs typeface="Times New Roman"/>
              </a:rPr>
              <a:t>✓</a:t>
            </a:r>
          </a:p>
        </p:txBody>
      </p:sp>
      <p:sp>
        <p:nvSpPr>
          <p:cNvPr id="38" name="TextBox 37">
            <a:extLst xmlns:a="http://schemas.openxmlformats.org/drawingml/2006/main">
              <a:ext uri="{FF2B5EF4-FFF2-40B4-BE49-F238E27FC236}">
                <a16:creationId xmlns:a16="http://schemas.microsoft.com/office/drawing/2014/main" id="{CB7D4FD3-CAEA-40AE-A2A8-FC66FB2E62EE}"/>
              </a:ext>
            </a:extLst>
          </p:cNvPr>
          <p:cNvSpPr>
            <a:spLocks xmlns:a="http://schemas.openxmlformats.org/drawingml/2006/main" noGrp="1"/>
          </p:cNvSpPr>
          <p:nvPr/>
        </p:nvSpPr>
        <p:spPr>
          <a:xfrm xmlns:a="http://schemas.openxmlformats.org/drawingml/2006/main">
            <a:off x="5715000" y="6217920"/>
            <a:ext cx="3657600" cy="3352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Admin customer and order reports</a:t>
            </a:r>
          </a:p>
        </p:txBody>
      </p:sp>
    </p:spTree>
    <p:extLst>
      <p:ext uri="{BB962C8B-B14F-4D97-AF65-F5344CB8AC3E}">
        <p14:creationId xmlns:p14="http://schemas.microsoft.com/office/powerpoint/2010/main" val="419021045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C6C0B06F-F43F-4733-B727-07ECD67B2999}"/>
              </a:ext>
            </a:extLst>
          </p:cNvPr>
          <p:cNvPicPr>
            <a:picLocks xmlns:a="http://schemas.openxmlformats.org/drawingml/2006/main" noChangeAspect="1"/>
          </p:cNvPicPr>
          <p:nvPr/>
        </p:nvPicPr>
        <p:blipFill>
          <a:blip xmlns:r="http://schemas.openxmlformats.org/officeDocument/2006/relationships" xmlns:a="http://schemas.openxmlformats.org/drawingml/2006/main" r:embed="R84e5498e07934108"/>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993BF06A-EE0D-433B-8FE9-AABC5A887D61}"/>
              </a:ext>
            </a:extLst>
          </p:cNvPr>
          <p:cNvPicPr>
            <a:picLocks xmlns:a="http://schemas.openxmlformats.org/drawingml/2006/main" noChangeAspect="1"/>
          </p:cNvPicPr>
          <p:nvPr/>
        </p:nvPicPr>
        <p:blipFill>
          <a:blip xmlns:r="http://schemas.openxmlformats.org/officeDocument/2006/relationships" xmlns:a="http://schemas.openxmlformats.org/drawingml/2006/main" r:embed="R6980754aca9f4e5f"/>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6FFD593E-D8FA-4A5D-9B74-36DA162EE264}"/>
              </a:ext>
            </a:extLst>
          </p:cNvPr>
          <p:cNvPicPr>
            <a:picLocks xmlns:a="http://schemas.openxmlformats.org/drawingml/2006/main" noChangeAspect="1"/>
          </p:cNvPicPr>
          <p:nvPr/>
        </p:nvPicPr>
        <p:blipFill>
          <a:blip xmlns:r="http://schemas.openxmlformats.org/officeDocument/2006/relationships" xmlns:a="http://schemas.openxmlformats.org/drawingml/2006/main" r:embed="Rd1ee8e6134134749"/>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Objectives</a:t>
            </a:r>
          </a:p>
        </p:txBody>
      </p:sp>
      <p:pic>
        <p:nvPicPr>
          <p:cNvPr id="10" name="object 3">
            <a:extLst xmlns:a="http://schemas.openxmlformats.org/drawingml/2006/main">
              <a:ext uri="{FF2B5EF4-FFF2-40B4-BE49-F238E27FC236}">
                <a16:creationId xmlns:a16="http://schemas.microsoft.com/office/drawing/2014/main" id="{F9F21F97-DCB1-495C-91CD-FA1D893B553F}"/>
              </a:ext>
            </a:extLst>
          </p:cNvPr>
          <p:cNvPicPr>
            <a:picLocks xmlns:a="http://schemas.openxmlformats.org/drawingml/2006/main" noChangeAspect="1"/>
          </p:cNvPicPr>
          <p:nvPr/>
        </p:nvPicPr>
        <p:blipFill>
          <a:blip xmlns:r="http://schemas.openxmlformats.org/officeDocument/2006/relationships" xmlns:a="http://schemas.openxmlformats.org/drawingml/2006/main" r:embed="Re48c161e3df44a9a"/>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AA5F7683-B442-43C2-A2A8-A30897C39A90}"/>
              </a:ext>
            </a:extLst>
          </p:cNvPr>
          <p:cNvSpPr>
            <a:spLocks xmlns:a="http://schemas.openxmlformats.org/drawingml/2006/main" noGrp="1"/>
          </p:cNvSpPr>
          <p:nvPr/>
        </p:nvSpPr>
        <p:spPr>
          <a:xfrm xmlns:a="http://schemas.openxmlformats.org/drawingml/2006/main">
            <a:off x="548640" y="1554480"/>
            <a:ext cx="8961120" cy="749808"/>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B9D0F17E-235B-44E2-A4F2-FC357209A4A1}"/>
              </a:ext>
            </a:extLst>
          </p:cNvPr>
          <p:cNvSpPr>
            <a:spLocks xmlns:a="http://schemas.openxmlformats.org/drawingml/2006/main" noGrp="1"/>
          </p:cNvSpPr>
          <p:nvPr/>
        </p:nvSpPr>
        <p:spPr>
          <a:xfrm xmlns:a="http://schemas.openxmlformats.org/drawingml/2006/main">
            <a:off x="731520" y="1700784"/>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1</a:t>
            </a:r>
          </a:p>
        </p:txBody>
      </p:sp>
      <p:sp>
        <p:nvSpPr>
          <p:cNvPr id="13" name="TextBox 12">
            <a:extLst xmlns:a="http://schemas.openxmlformats.org/drawingml/2006/main">
              <a:ext uri="{FF2B5EF4-FFF2-40B4-BE49-F238E27FC236}">
                <a16:creationId xmlns:a16="http://schemas.microsoft.com/office/drawing/2014/main" id="{EAF5EBE6-F1D0-42B8-804B-3356E513679C}"/>
              </a:ext>
            </a:extLst>
          </p:cNvPr>
          <p:cNvSpPr>
            <a:spLocks xmlns:a="http://schemas.openxmlformats.org/drawingml/2006/main" noGrp="1"/>
          </p:cNvSpPr>
          <p:nvPr/>
        </p:nvSpPr>
        <p:spPr>
          <a:xfrm xmlns:a="http://schemas.openxmlformats.org/drawingml/2006/main">
            <a:off x="1371600" y="1554480"/>
            <a:ext cx="7955279" cy="35052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700" b="0" i="0">
                <a:solidFill>
                  <a:srgbClr val="222222"/>
                </a:solidFill>
                <a:latin typeface="Times New Roman"/>
                <a:ea typeface="Times New Roman"/>
                <a:cs typeface="Times New Roman"/>
              </a:rPr>
              <a:t>Design product and order entities with persistent account and inventory records.</a:t>
            </a:r>
          </a:p>
        </p:txBody>
      </p:sp>
      <p:sp>
        <p:nvSpPr>
          <p:cNvPr id="14" name="Rounded Rectangle 13">
            <a:extLst xmlns:a="http://schemas.openxmlformats.org/drawingml/2006/main">
              <a:ext uri="{FF2B5EF4-FFF2-40B4-BE49-F238E27FC236}">
                <a16:creationId xmlns:a16="http://schemas.microsoft.com/office/drawing/2014/main" id="{E6D6142E-FDB6-482D-B72B-74CE611DD299}"/>
              </a:ext>
            </a:extLst>
          </p:cNvPr>
          <p:cNvSpPr>
            <a:spLocks xmlns:a="http://schemas.openxmlformats.org/drawingml/2006/main" noGrp="1"/>
          </p:cNvSpPr>
          <p:nvPr/>
        </p:nvSpPr>
        <p:spPr>
          <a:xfrm xmlns:a="http://schemas.openxmlformats.org/drawingml/2006/main">
            <a:off x="548640" y="2468880"/>
            <a:ext cx="8961120" cy="749808"/>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A1100EA4-FFDC-4222-A6F8-9ACA8F6976FB}"/>
              </a:ext>
            </a:extLst>
          </p:cNvPr>
          <p:cNvSpPr>
            <a:spLocks xmlns:a="http://schemas.openxmlformats.org/drawingml/2006/main" noGrp="1"/>
          </p:cNvSpPr>
          <p:nvPr/>
        </p:nvSpPr>
        <p:spPr>
          <a:xfrm xmlns:a="http://schemas.openxmlformats.org/drawingml/2006/main">
            <a:off x="731520" y="2615184"/>
            <a:ext cx="457200" cy="45720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2</a:t>
            </a:r>
          </a:p>
        </p:txBody>
      </p:sp>
      <p:sp>
        <p:nvSpPr>
          <p:cNvPr id="16" name="TextBox 15">
            <a:extLst xmlns:a="http://schemas.openxmlformats.org/drawingml/2006/main">
              <a:ext uri="{FF2B5EF4-FFF2-40B4-BE49-F238E27FC236}">
                <a16:creationId xmlns:a16="http://schemas.microsoft.com/office/drawing/2014/main" id="{950770D1-21EC-4D26-8825-421E1B87BB78}"/>
              </a:ext>
            </a:extLst>
          </p:cNvPr>
          <p:cNvSpPr>
            <a:spLocks xmlns:a="http://schemas.openxmlformats.org/drawingml/2006/main" noGrp="1"/>
          </p:cNvSpPr>
          <p:nvPr/>
        </p:nvSpPr>
        <p:spPr>
          <a:xfrm xmlns:a="http://schemas.openxmlformats.org/drawingml/2006/main">
            <a:off x="1371600" y="2468880"/>
            <a:ext cx="7955279" cy="35052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700" b="0" i="0">
                <a:solidFill>
                  <a:srgbClr val="222222"/>
                </a:solidFill>
                <a:latin typeface="Times New Roman"/>
                <a:ea typeface="Times New Roman"/>
                <a:cs typeface="Times New Roman"/>
              </a:rPr>
              <a:t>Provide REST APIs with product search, pagination and sorting.</a:t>
            </a:r>
          </a:p>
        </p:txBody>
      </p:sp>
      <p:sp>
        <p:nvSpPr>
          <p:cNvPr id="17" name="Rounded Rectangle 16">
            <a:extLst xmlns:a="http://schemas.openxmlformats.org/drawingml/2006/main">
              <a:ext uri="{FF2B5EF4-FFF2-40B4-BE49-F238E27FC236}">
                <a16:creationId xmlns:a16="http://schemas.microsoft.com/office/drawing/2014/main" id="{D2D9CFD0-2E5A-4DBB-92BF-5A15209F843F}"/>
              </a:ext>
            </a:extLst>
          </p:cNvPr>
          <p:cNvSpPr>
            <a:spLocks xmlns:a="http://schemas.openxmlformats.org/drawingml/2006/main" noGrp="1"/>
          </p:cNvSpPr>
          <p:nvPr/>
        </p:nvSpPr>
        <p:spPr>
          <a:xfrm xmlns:a="http://schemas.openxmlformats.org/drawingml/2006/main">
            <a:off x="548640" y="3383280"/>
            <a:ext cx="8961120" cy="749808"/>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4AAADDA-2471-4993-8839-D17D9F5B4760}"/>
              </a:ext>
            </a:extLst>
          </p:cNvPr>
          <p:cNvSpPr>
            <a:spLocks xmlns:a="http://schemas.openxmlformats.org/drawingml/2006/main" noGrp="1"/>
          </p:cNvSpPr>
          <p:nvPr/>
        </p:nvSpPr>
        <p:spPr>
          <a:xfrm xmlns:a="http://schemas.openxmlformats.org/drawingml/2006/main">
            <a:off x="731520" y="3529584"/>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3</a:t>
            </a:r>
          </a:p>
        </p:txBody>
      </p:sp>
      <p:sp>
        <p:nvSpPr>
          <p:cNvPr id="19" name="TextBox 18">
            <a:extLst xmlns:a="http://schemas.openxmlformats.org/drawingml/2006/main">
              <a:ext uri="{FF2B5EF4-FFF2-40B4-BE49-F238E27FC236}">
                <a16:creationId xmlns:a16="http://schemas.microsoft.com/office/drawing/2014/main" id="{AB3FA3B0-5E51-4BAB-B5D3-9F1E98B8E279}"/>
              </a:ext>
            </a:extLst>
          </p:cNvPr>
          <p:cNvSpPr>
            <a:spLocks xmlns:a="http://schemas.openxmlformats.org/drawingml/2006/main" noGrp="1"/>
          </p:cNvSpPr>
          <p:nvPr/>
        </p:nvSpPr>
        <p:spPr>
          <a:xfrm xmlns:a="http://schemas.openxmlformats.org/drawingml/2006/main">
            <a:off x="1371600" y="3383280"/>
            <a:ext cx="7955279" cy="35052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700" b="0" i="0">
                <a:solidFill>
                  <a:srgbClr val="222222"/>
                </a:solidFill>
                <a:latin typeface="Times New Roman"/>
                <a:ea typeface="Times New Roman"/>
                <a:cs typeface="Times New Roman"/>
              </a:rPr>
              <a:t>Manage inventory and order placement with transactions, retries and recovery.</a:t>
            </a:r>
          </a:p>
        </p:txBody>
      </p:sp>
      <p:sp>
        <p:nvSpPr>
          <p:cNvPr id="20" name="Rounded Rectangle 19">
            <a:extLst xmlns:a="http://schemas.openxmlformats.org/drawingml/2006/main">
              <a:ext uri="{FF2B5EF4-FFF2-40B4-BE49-F238E27FC236}">
                <a16:creationId xmlns:a16="http://schemas.microsoft.com/office/drawing/2014/main" id="{24C33EC8-9F71-4CA3-82F7-05E54A978E19}"/>
              </a:ext>
            </a:extLst>
          </p:cNvPr>
          <p:cNvSpPr>
            <a:spLocks xmlns:a="http://schemas.openxmlformats.org/drawingml/2006/main" noGrp="1"/>
          </p:cNvSpPr>
          <p:nvPr/>
        </p:nvSpPr>
        <p:spPr>
          <a:xfrm xmlns:a="http://schemas.openxmlformats.org/drawingml/2006/main">
            <a:off x="548640" y="4297680"/>
            <a:ext cx="8961120" cy="749808"/>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AE4B756C-4B8E-4261-8B60-06CD7606D8A8}"/>
              </a:ext>
            </a:extLst>
          </p:cNvPr>
          <p:cNvSpPr>
            <a:spLocks xmlns:a="http://schemas.openxmlformats.org/drawingml/2006/main" noGrp="1"/>
          </p:cNvSpPr>
          <p:nvPr/>
        </p:nvSpPr>
        <p:spPr>
          <a:xfrm xmlns:a="http://schemas.openxmlformats.org/drawingml/2006/main">
            <a:off x="731520" y="4443984"/>
            <a:ext cx="457200" cy="45720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4</a:t>
            </a:r>
          </a:p>
        </p:txBody>
      </p:sp>
      <p:sp>
        <p:nvSpPr>
          <p:cNvPr id="22" name="TextBox 21">
            <a:extLst xmlns:a="http://schemas.openxmlformats.org/drawingml/2006/main">
              <a:ext uri="{FF2B5EF4-FFF2-40B4-BE49-F238E27FC236}">
                <a16:creationId xmlns:a16="http://schemas.microsoft.com/office/drawing/2014/main" id="{5AC2C037-CF35-4E35-8D62-0755C21284A1}"/>
              </a:ext>
            </a:extLst>
          </p:cNvPr>
          <p:cNvSpPr>
            <a:spLocks xmlns:a="http://schemas.openxmlformats.org/drawingml/2006/main" noGrp="1"/>
          </p:cNvSpPr>
          <p:nvPr/>
        </p:nvSpPr>
        <p:spPr>
          <a:xfrm xmlns:a="http://schemas.openxmlformats.org/drawingml/2006/main">
            <a:off x="1371600" y="4297680"/>
            <a:ext cx="7955279" cy="35052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700" b="0" i="0">
                <a:solidFill>
                  <a:srgbClr val="222222"/>
                </a:solidFill>
                <a:latin typeface="Times New Roman"/>
                <a:ea typeface="Times New Roman"/>
                <a:cs typeface="Times New Roman"/>
              </a:rPr>
              <a:t>Generate an order invoice through a SOAP web service when requested.</a:t>
            </a:r>
          </a:p>
        </p:txBody>
      </p:sp>
      <p:sp>
        <p:nvSpPr>
          <p:cNvPr id="23" name="Rounded Rectangle 22">
            <a:extLst xmlns:a="http://schemas.openxmlformats.org/drawingml/2006/main">
              <a:ext uri="{FF2B5EF4-FFF2-40B4-BE49-F238E27FC236}">
                <a16:creationId xmlns:a16="http://schemas.microsoft.com/office/drawing/2014/main" id="{A6EED89A-89B8-4713-97B2-3538FBCB3E66}"/>
              </a:ext>
            </a:extLst>
          </p:cNvPr>
          <p:cNvSpPr>
            <a:spLocks xmlns:a="http://schemas.openxmlformats.org/drawingml/2006/main" noGrp="1"/>
          </p:cNvSpPr>
          <p:nvPr/>
        </p:nvSpPr>
        <p:spPr>
          <a:xfrm xmlns:a="http://schemas.openxmlformats.org/drawingml/2006/main">
            <a:off x="548640" y="5212080"/>
            <a:ext cx="8961120" cy="749808"/>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5030B936-BF3C-4858-B83D-554A17B17B36}"/>
              </a:ext>
            </a:extLst>
          </p:cNvPr>
          <p:cNvSpPr>
            <a:spLocks xmlns:a="http://schemas.openxmlformats.org/drawingml/2006/main" noGrp="1"/>
          </p:cNvSpPr>
          <p:nvPr/>
        </p:nvSpPr>
        <p:spPr>
          <a:xfrm xmlns:a="http://schemas.openxmlformats.org/drawingml/2006/main">
            <a:off x="731520" y="5358384"/>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5</a:t>
            </a:r>
          </a:p>
        </p:txBody>
      </p:sp>
      <p:sp>
        <p:nvSpPr>
          <p:cNvPr id="25" name="TextBox 24">
            <a:extLst xmlns:a="http://schemas.openxmlformats.org/drawingml/2006/main">
              <a:ext uri="{FF2B5EF4-FFF2-40B4-BE49-F238E27FC236}">
                <a16:creationId xmlns:a16="http://schemas.microsoft.com/office/drawing/2014/main" id="{79451037-18D3-4631-8506-C1BD5CA3950B}"/>
              </a:ext>
            </a:extLst>
          </p:cNvPr>
          <p:cNvSpPr>
            <a:spLocks xmlns:a="http://schemas.openxmlformats.org/drawingml/2006/main" noGrp="1"/>
          </p:cNvSpPr>
          <p:nvPr/>
        </p:nvSpPr>
        <p:spPr>
          <a:xfrm xmlns:a="http://schemas.openxmlformats.org/drawingml/2006/main">
            <a:off x="1371600" y="5212080"/>
            <a:ext cx="7955279" cy="35052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700" b="0" i="0">
                <a:solidFill>
                  <a:srgbClr val="222222"/>
                </a:solidFill>
                <a:latin typeface="Times New Roman"/>
                <a:ea typeface="Times New Roman"/>
                <a:cs typeface="Times New Roman"/>
              </a:rPr>
              <a:t>Separate customer, seller and admin access with product ownership checks.</a:t>
            </a:r>
          </a:p>
        </p:txBody>
      </p:sp>
      <p:sp>
        <p:nvSpPr>
          <p:cNvPr id="26" name="Rounded Rectangle 25">
            <a:extLst xmlns:a="http://schemas.openxmlformats.org/drawingml/2006/main">
              <a:ext uri="{FF2B5EF4-FFF2-40B4-BE49-F238E27FC236}">
                <a16:creationId xmlns:a16="http://schemas.microsoft.com/office/drawing/2014/main" id="{8129219A-7D99-4A93-A449-6C762F7ADCE9}"/>
              </a:ext>
            </a:extLst>
          </p:cNvPr>
          <p:cNvSpPr>
            <a:spLocks xmlns:a="http://schemas.openxmlformats.org/drawingml/2006/main" noGrp="1"/>
          </p:cNvSpPr>
          <p:nvPr/>
        </p:nvSpPr>
        <p:spPr>
          <a:xfrm xmlns:a="http://schemas.openxmlformats.org/drawingml/2006/main">
            <a:off x="548640" y="6126480"/>
            <a:ext cx="8961120" cy="749808"/>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660E772D-3280-4F6E-BB98-A46201D6C218}"/>
              </a:ext>
            </a:extLst>
          </p:cNvPr>
          <p:cNvSpPr>
            <a:spLocks xmlns:a="http://schemas.openxmlformats.org/drawingml/2006/main" noGrp="1"/>
          </p:cNvSpPr>
          <p:nvPr/>
        </p:nvSpPr>
        <p:spPr>
          <a:xfrm xmlns:a="http://schemas.openxmlformats.org/drawingml/2006/main">
            <a:off x="731520" y="6272784"/>
            <a:ext cx="457200" cy="45720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6</a:t>
            </a:r>
          </a:p>
        </p:txBody>
      </p:sp>
      <p:sp>
        <p:nvSpPr>
          <p:cNvPr id="28" name="TextBox 27">
            <a:extLst xmlns:a="http://schemas.openxmlformats.org/drawingml/2006/main">
              <a:ext uri="{FF2B5EF4-FFF2-40B4-BE49-F238E27FC236}">
                <a16:creationId xmlns:a16="http://schemas.microsoft.com/office/drawing/2014/main" id="{2D2918F3-26EB-4D53-A520-617CFA0C50DE}"/>
              </a:ext>
            </a:extLst>
          </p:cNvPr>
          <p:cNvSpPr>
            <a:spLocks xmlns:a="http://schemas.openxmlformats.org/drawingml/2006/main" noGrp="1"/>
          </p:cNvSpPr>
          <p:nvPr/>
        </p:nvSpPr>
        <p:spPr>
          <a:xfrm xmlns:a="http://schemas.openxmlformats.org/drawingml/2006/main">
            <a:off x="1371600" y="6126480"/>
            <a:ext cx="7955279" cy="35052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700" b="0" i="0">
                <a:solidFill>
                  <a:srgbClr val="222222"/>
                </a:solidFill>
                <a:latin typeface="Times New Roman"/>
                <a:ea typeface="Times New Roman"/>
                <a:cs typeface="Times New Roman"/>
              </a:rPr>
              <a:t>Apply AOP logging, input validation and consistent exception handling.</a:t>
            </a:r>
          </a:p>
        </p:txBody>
      </p:sp>
    </p:spTree>
    <p:extLst>
      <p:ext uri="{BB962C8B-B14F-4D97-AF65-F5344CB8AC3E}">
        <p14:creationId xmlns:p14="http://schemas.microsoft.com/office/powerpoint/2010/main" val="41902104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AA14CA2C-9D17-465D-AFDD-3CF2A6D8EE48}"/>
              </a:ext>
            </a:extLst>
          </p:cNvPr>
          <p:cNvPicPr>
            <a:picLocks xmlns:a="http://schemas.openxmlformats.org/drawingml/2006/main" noChangeAspect="1"/>
          </p:cNvPicPr>
          <p:nvPr/>
        </p:nvPicPr>
        <p:blipFill>
          <a:blip xmlns:r="http://schemas.openxmlformats.org/officeDocument/2006/relationships" xmlns:a="http://schemas.openxmlformats.org/drawingml/2006/main" r:embed="R3ca1e1b1b6904c98"/>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1F7B0600-46DE-414D-99F9-5171B5176394}"/>
              </a:ext>
            </a:extLst>
          </p:cNvPr>
          <p:cNvPicPr>
            <a:picLocks xmlns:a="http://schemas.openxmlformats.org/drawingml/2006/main" noChangeAspect="1"/>
          </p:cNvPicPr>
          <p:nvPr/>
        </p:nvPicPr>
        <p:blipFill>
          <a:blip xmlns:r="http://schemas.openxmlformats.org/officeDocument/2006/relationships" xmlns:a="http://schemas.openxmlformats.org/drawingml/2006/main" r:embed="R573b72d09b984c80"/>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8FB6386E-E127-4E47-A9B5-70CFF78EA3B9}"/>
              </a:ext>
            </a:extLst>
          </p:cNvPr>
          <p:cNvPicPr>
            <a:picLocks xmlns:a="http://schemas.openxmlformats.org/drawingml/2006/main" noChangeAspect="1"/>
          </p:cNvPicPr>
          <p:nvPr/>
        </p:nvPicPr>
        <p:blipFill>
          <a:blip xmlns:r="http://schemas.openxmlformats.org/officeDocument/2006/relationships" xmlns:a="http://schemas.openxmlformats.org/drawingml/2006/main" r:embed="R0a31b4c4a9df4ca1"/>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Technologies Used</a:t>
            </a:r>
          </a:p>
        </p:txBody>
      </p:sp>
      <p:pic>
        <p:nvPicPr>
          <p:cNvPr id="10" name="object 3">
            <a:extLst xmlns:a="http://schemas.openxmlformats.org/drawingml/2006/main">
              <a:ext uri="{FF2B5EF4-FFF2-40B4-BE49-F238E27FC236}">
                <a16:creationId xmlns:a16="http://schemas.microsoft.com/office/drawing/2014/main" id="{7374E00A-09A3-4EBD-82DD-96DC32868A76}"/>
              </a:ext>
            </a:extLst>
          </p:cNvPr>
          <p:cNvPicPr>
            <a:picLocks xmlns:a="http://schemas.openxmlformats.org/drawingml/2006/main" noChangeAspect="1"/>
          </p:cNvPicPr>
          <p:nvPr/>
        </p:nvPicPr>
        <p:blipFill>
          <a:blip xmlns:r="http://schemas.openxmlformats.org/officeDocument/2006/relationships" xmlns:a="http://schemas.openxmlformats.org/drawingml/2006/main" r:embed="Re5da73c8f9824575"/>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AFE6856A-71BD-4513-BAD2-1AB2D415E98E}"/>
              </a:ext>
            </a:extLst>
          </p:cNvPr>
          <p:cNvSpPr>
            <a:spLocks xmlns:a="http://schemas.openxmlformats.org/drawingml/2006/main" noGrp="1"/>
          </p:cNvSpPr>
          <p:nvPr/>
        </p:nvSpPr>
        <p:spPr>
          <a:xfrm xmlns:a="http://schemas.openxmlformats.org/drawingml/2006/main">
            <a:off x="548640" y="1554480"/>
            <a:ext cx="2834640" cy="26060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2" name="Rounded Rectangle 11">
            <a:extLst xmlns:a="http://schemas.openxmlformats.org/drawingml/2006/main">
              <a:ext uri="{FF2B5EF4-FFF2-40B4-BE49-F238E27FC236}">
                <a16:creationId xmlns:a16="http://schemas.microsoft.com/office/drawing/2014/main" id="{23060531-8894-4CF9-B204-9974FB4C735C}"/>
              </a:ext>
            </a:extLst>
          </p:cNvPr>
          <p:cNvSpPr>
            <a:spLocks xmlns:a="http://schemas.openxmlformats.org/drawingml/2006/main" noGrp="1"/>
          </p:cNvSpPr>
          <p:nvPr/>
        </p:nvSpPr>
        <p:spPr>
          <a:xfrm xmlns:a="http://schemas.openxmlformats.org/drawingml/2006/main">
            <a:off x="548640" y="1554480"/>
            <a:ext cx="2834640" cy="548640"/>
          </a:xfrm>
          <a:prstGeom xmlns:a="http://schemas.openxmlformats.org/drawingml/2006/main" prst="roundRect">
            <a:avLst>
              <a:gd name="adj" fmla="val 8000"/>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900" b="1" i="0">
                <a:solidFill>
                  <a:srgbClr val="FFFFFF"/>
                </a:solidFill>
                <a:latin typeface="Times New Roman"/>
                <a:ea typeface="Times New Roman"/>
                <a:cs typeface="Times New Roman"/>
              </a:rPr>
              <a:t>Backend</a:t>
            </a:r>
          </a:p>
        </p:txBody>
      </p:sp>
      <p:sp>
        <p:nvSpPr>
          <p:cNvPr id="13" name="TextBox 12">
            <a:extLst xmlns:a="http://schemas.openxmlformats.org/drawingml/2006/main">
              <a:ext uri="{FF2B5EF4-FFF2-40B4-BE49-F238E27FC236}">
                <a16:creationId xmlns:a16="http://schemas.microsoft.com/office/drawing/2014/main" id="{8262DCBD-0E99-44D1-832C-9832DD48B399}"/>
              </a:ext>
            </a:extLst>
          </p:cNvPr>
          <p:cNvSpPr>
            <a:spLocks xmlns:a="http://schemas.openxmlformats.org/drawingml/2006/main" noGrp="1"/>
          </p:cNvSpPr>
          <p:nvPr/>
        </p:nvSpPr>
        <p:spPr>
          <a:xfrm xmlns:a="http://schemas.openxmlformats.org/drawingml/2006/main">
            <a:off x="731520" y="2240280"/>
            <a:ext cx="2560320" cy="12954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Java 21</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Spring Boot 3.5</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Spring Web</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REST and SOAP services</a:t>
            </a:r>
          </a:p>
        </p:txBody>
      </p:sp>
      <p:sp>
        <p:nvSpPr>
          <p:cNvPr id="14" name="Rounded Rectangle 13">
            <a:extLst xmlns:a="http://schemas.openxmlformats.org/drawingml/2006/main">
              <a:ext uri="{FF2B5EF4-FFF2-40B4-BE49-F238E27FC236}">
                <a16:creationId xmlns:a16="http://schemas.microsoft.com/office/drawing/2014/main" id="{638A4E8B-3DAA-413B-83F3-AC36616D3AD9}"/>
              </a:ext>
            </a:extLst>
          </p:cNvPr>
          <p:cNvSpPr>
            <a:spLocks xmlns:a="http://schemas.openxmlformats.org/drawingml/2006/main" noGrp="1"/>
          </p:cNvSpPr>
          <p:nvPr/>
        </p:nvSpPr>
        <p:spPr>
          <a:xfrm xmlns:a="http://schemas.openxmlformats.org/drawingml/2006/main">
            <a:off x="3593592" y="1554480"/>
            <a:ext cx="2834640" cy="260604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5" name="Rounded Rectangle 14">
            <a:extLst xmlns:a="http://schemas.openxmlformats.org/drawingml/2006/main">
              <a:ext uri="{FF2B5EF4-FFF2-40B4-BE49-F238E27FC236}">
                <a16:creationId xmlns:a16="http://schemas.microsoft.com/office/drawing/2014/main" id="{421A5458-FA6E-468F-9698-2614670F8F3D}"/>
              </a:ext>
            </a:extLst>
          </p:cNvPr>
          <p:cNvSpPr>
            <a:spLocks xmlns:a="http://schemas.openxmlformats.org/drawingml/2006/main" noGrp="1"/>
          </p:cNvSpPr>
          <p:nvPr/>
        </p:nvSpPr>
        <p:spPr>
          <a:xfrm xmlns:a="http://schemas.openxmlformats.org/drawingml/2006/main">
            <a:off x="3593592" y="1554480"/>
            <a:ext cx="2834640" cy="548640"/>
          </a:xfrm>
          <a:prstGeom xmlns:a="http://schemas.openxmlformats.org/drawingml/2006/main" prst="roundRect">
            <a:avLst>
              <a:gd name="adj" fmla="val 8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900" b="1" i="0">
                <a:solidFill>
                  <a:srgbClr val="FFFFFF"/>
                </a:solidFill>
                <a:latin typeface="Times New Roman"/>
                <a:ea typeface="Times New Roman"/>
                <a:cs typeface="Times New Roman"/>
              </a:rPr>
              <a:t>Microservices</a:t>
            </a:r>
          </a:p>
        </p:txBody>
      </p:sp>
      <p:sp>
        <p:nvSpPr>
          <p:cNvPr id="16" name="TextBox 15">
            <a:extLst xmlns:a="http://schemas.openxmlformats.org/drawingml/2006/main">
              <a:ext uri="{FF2B5EF4-FFF2-40B4-BE49-F238E27FC236}">
                <a16:creationId xmlns:a16="http://schemas.microsoft.com/office/drawing/2014/main" id="{0F98452A-99FE-442E-916B-506E24FE7230}"/>
              </a:ext>
            </a:extLst>
          </p:cNvPr>
          <p:cNvSpPr>
            <a:spLocks xmlns:a="http://schemas.openxmlformats.org/drawingml/2006/main" noGrp="1"/>
          </p:cNvSpPr>
          <p:nvPr/>
        </p:nvSpPr>
        <p:spPr>
          <a:xfrm xmlns:a="http://schemas.openxmlformats.org/drawingml/2006/main">
            <a:off x="3776472" y="2240280"/>
            <a:ext cx="2560320" cy="12954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Spring Cloud Gateway</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Four business services</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REST service clients</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Persistent order recovery</a:t>
            </a:r>
          </a:p>
        </p:txBody>
      </p:sp>
      <p:sp>
        <p:nvSpPr>
          <p:cNvPr id="17" name="Rounded Rectangle 16">
            <a:extLst xmlns:a="http://schemas.openxmlformats.org/drawingml/2006/main">
              <a:ext uri="{FF2B5EF4-FFF2-40B4-BE49-F238E27FC236}">
                <a16:creationId xmlns:a16="http://schemas.microsoft.com/office/drawing/2014/main" id="{957004CB-EAAD-4714-9A32-12D21D5982E5}"/>
              </a:ext>
            </a:extLst>
          </p:cNvPr>
          <p:cNvSpPr>
            <a:spLocks xmlns:a="http://schemas.openxmlformats.org/drawingml/2006/main" noGrp="1"/>
          </p:cNvSpPr>
          <p:nvPr/>
        </p:nvSpPr>
        <p:spPr>
          <a:xfrm xmlns:a="http://schemas.openxmlformats.org/drawingml/2006/main">
            <a:off x="6638544" y="1554480"/>
            <a:ext cx="2834640" cy="26060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8" name="Rounded Rectangle 17">
            <a:extLst xmlns:a="http://schemas.openxmlformats.org/drawingml/2006/main">
              <a:ext uri="{FF2B5EF4-FFF2-40B4-BE49-F238E27FC236}">
                <a16:creationId xmlns:a16="http://schemas.microsoft.com/office/drawing/2014/main" id="{89067C43-F910-497D-9A41-65BAA739284B}"/>
              </a:ext>
            </a:extLst>
          </p:cNvPr>
          <p:cNvSpPr>
            <a:spLocks xmlns:a="http://schemas.openxmlformats.org/drawingml/2006/main" noGrp="1"/>
          </p:cNvSpPr>
          <p:nvPr/>
        </p:nvSpPr>
        <p:spPr>
          <a:xfrm xmlns:a="http://schemas.openxmlformats.org/drawingml/2006/main">
            <a:off x="6638544" y="1554480"/>
            <a:ext cx="2834640" cy="548640"/>
          </a:xfrm>
          <a:prstGeom xmlns:a="http://schemas.openxmlformats.org/drawingml/2006/main" prst="roundRect">
            <a:avLst>
              <a:gd name="adj" fmla="val 8000"/>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900" b="1" i="0">
                <a:solidFill>
                  <a:srgbClr val="FFFFFF"/>
                </a:solidFill>
                <a:latin typeface="Times New Roman"/>
                <a:ea typeface="Times New Roman"/>
                <a:cs typeface="Times New Roman"/>
              </a:rPr>
              <a:t>Security</a:t>
            </a:r>
          </a:p>
        </p:txBody>
      </p:sp>
      <p:sp>
        <p:nvSpPr>
          <p:cNvPr id="19" name="TextBox 18">
            <a:extLst xmlns:a="http://schemas.openxmlformats.org/drawingml/2006/main">
              <a:ext uri="{FF2B5EF4-FFF2-40B4-BE49-F238E27FC236}">
                <a16:creationId xmlns:a16="http://schemas.microsoft.com/office/drawing/2014/main" id="{5836AD3C-D73A-4B8A-A142-5B97B334AD58}"/>
              </a:ext>
            </a:extLst>
          </p:cNvPr>
          <p:cNvSpPr>
            <a:spLocks xmlns:a="http://schemas.openxmlformats.org/drawingml/2006/main" noGrp="1"/>
          </p:cNvSpPr>
          <p:nvPr/>
        </p:nvSpPr>
        <p:spPr>
          <a:xfrm xmlns:a="http://schemas.openxmlformats.org/drawingml/2006/main">
            <a:off x="6821424" y="2240280"/>
            <a:ext cx="2560320" cy="1874519"/>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Spring Security</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JWT tokens</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Role-based access</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BCrypt hashing</a:t>
            </a:r>
          </a:p>
        </p:txBody>
      </p:sp>
      <p:sp>
        <p:nvSpPr>
          <p:cNvPr id="20" name="Rounded Rectangle 19">
            <a:extLst xmlns:a="http://schemas.openxmlformats.org/drawingml/2006/main">
              <a:ext uri="{FF2B5EF4-FFF2-40B4-BE49-F238E27FC236}">
                <a16:creationId xmlns:a16="http://schemas.microsoft.com/office/drawing/2014/main" id="{430DCA31-6A3B-4334-B1F5-C906968BACEF}"/>
              </a:ext>
            </a:extLst>
          </p:cNvPr>
          <p:cNvSpPr>
            <a:spLocks xmlns:a="http://schemas.openxmlformats.org/drawingml/2006/main" noGrp="1"/>
          </p:cNvSpPr>
          <p:nvPr/>
        </p:nvSpPr>
        <p:spPr>
          <a:xfrm xmlns:a="http://schemas.openxmlformats.org/drawingml/2006/main">
            <a:off x="548640" y="4343400"/>
            <a:ext cx="2834640" cy="260604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1" name="Rounded Rectangle 20">
            <a:extLst xmlns:a="http://schemas.openxmlformats.org/drawingml/2006/main">
              <a:ext uri="{FF2B5EF4-FFF2-40B4-BE49-F238E27FC236}">
                <a16:creationId xmlns:a16="http://schemas.microsoft.com/office/drawing/2014/main" id="{51B7986F-7DC9-4ECE-8FD0-45298D1A7FB3}"/>
              </a:ext>
            </a:extLst>
          </p:cNvPr>
          <p:cNvSpPr>
            <a:spLocks xmlns:a="http://schemas.openxmlformats.org/drawingml/2006/main" noGrp="1"/>
          </p:cNvSpPr>
          <p:nvPr/>
        </p:nvSpPr>
        <p:spPr>
          <a:xfrm xmlns:a="http://schemas.openxmlformats.org/drawingml/2006/main">
            <a:off x="548640" y="4343400"/>
            <a:ext cx="2834640" cy="548640"/>
          </a:xfrm>
          <a:prstGeom xmlns:a="http://schemas.openxmlformats.org/drawingml/2006/main" prst="roundRect">
            <a:avLst>
              <a:gd name="adj" fmla="val 8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900" b="1" i="0">
                <a:solidFill>
                  <a:srgbClr val="FFFFFF"/>
                </a:solidFill>
                <a:latin typeface="Times New Roman"/>
                <a:ea typeface="Times New Roman"/>
                <a:cs typeface="Times New Roman"/>
              </a:rPr>
              <a:t>Database</a:t>
            </a:r>
          </a:p>
        </p:txBody>
      </p:sp>
      <p:sp>
        <p:nvSpPr>
          <p:cNvPr id="22" name="TextBox 21">
            <a:extLst xmlns:a="http://schemas.openxmlformats.org/drawingml/2006/main">
              <a:ext uri="{FF2B5EF4-FFF2-40B4-BE49-F238E27FC236}">
                <a16:creationId xmlns:a16="http://schemas.microsoft.com/office/drawing/2014/main" id="{67241C38-A255-4ED9-90EB-AD55BD8EDA4E}"/>
              </a:ext>
            </a:extLst>
          </p:cNvPr>
          <p:cNvSpPr>
            <a:spLocks xmlns:a="http://schemas.openxmlformats.org/drawingml/2006/main" noGrp="1"/>
          </p:cNvSpPr>
          <p:nvPr/>
        </p:nvSpPr>
        <p:spPr>
          <a:xfrm xmlns:a="http://schemas.openxmlformats.org/drawingml/2006/main">
            <a:off x="731520" y="5029200"/>
            <a:ext cx="2560320" cy="12954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CockroachDB Cloud</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Spring Data JPA</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Hibernate</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Four service schemas</a:t>
            </a:r>
          </a:p>
        </p:txBody>
      </p:sp>
      <p:sp>
        <p:nvSpPr>
          <p:cNvPr id="23" name="Rounded Rectangle 22">
            <a:extLst xmlns:a="http://schemas.openxmlformats.org/drawingml/2006/main">
              <a:ext uri="{FF2B5EF4-FFF2-40B4-BE49-F238E27FC236}">
                <a16:creationId xmlns:a16="http://schemas.microsoft.com/office/drawing/2014/main" id="{AD1D6E59-701F-4525-A7AA-24F7C99DEFAE}"/>
              </a:ext>
            </a:extLst>
          </p:cNvPr>
          <p:cNvSpPr>
            <a:spLocks xmlns:a="http://schemas.openxmlformats.org/drawingml/2006/main" noGrp="1"/>
          </p:cNvSpPr>
          <p:nvPr/>
        </p:nvSpPr>
        <p:spPr>
          <a:xfrm xmlns:a="http://schemas.openxmlformats.org/drawingml/2006/main">
            <a:off x="3593592" y="4343400"/>
            <a:ext cx="2834640" cy="26060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4" name="Rounded Rectangle 23">
            <a:extLst xmlns:a="http://schemas.openxmlformats.org/drawingml/2006/main">
              <a:ext uri="{FF2B5EF4-FFF2-40B4-BE49-F238E27FC236}">
                <a16:creationId xmlns:a16="http://schemas.microsoft.com/office/drawing/2014/main" id="{03E4F3FE-5960-4EAF-BC4F-2F38326BB472}"/>
              </a:ext>
            </a:extLst>
          </p:cNvPr>
          <p:cNvSpPr>
            <a:spLocks xmlns:a="http://schemas.openxmlformats.org/drawingml/2006/main" noGrp="1"/>
          </p:cNvSpPr>
          <p:nvPr/>
        </p:nvSpPr>
        <p:spPr>
          <a:xfrm xmlns:a="http://schemas.openxmlformats.org/drawingml/2006/main">
            <a:off x="3593592" y="4343400"/>
            <a:ext cx="2834640" cy="548640"/>
          </a:xfrm>
          <a:prstGeom xmlns:a="http://schemas.openxmlformats.org/drawingml/2006/main" prst="roundRect">
            <a:avLst>
              <a:gd name="adj" fmla="val 8000"/>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900" b="1" i="0">
                <a:solidFill>
                  <a:srgbClr val="FFFFFF"/>
                </a:solidFill>
                <a:latin typeface="Times New Roman"/>
                <a:ea typeface="Times New Roman"/>
                <a:cs typeface="Times New Roman"/>
              </a:rPr>
              <a:t>Frontend</a:t>
            </a:r>
          </a:p>
        </p:txBody>
      </p:sp>
      <p:sp>
        <p:nvSpPr>
          <p:cNvPr id="25" name="TextBox 24">
            <a:extLst xmlns:a="http://schemas.openxmlformats.org/drawingml/2006/main">
              <a:ext uri="{FF2B5EF4-FFF2-40B4-BE49-F238E27FC236}">
                <a16:creationId xmlns:a16="http://schemas.microsoft.com/office/drawing/2014/main" id="{14BCD3B6-59DA-42CD-A7AA-DBB52E76585A}"/>
              </a:ext>
            </a:extLst>
          </p:cNvPr>
          <p:cNvSpPr>
            <a:spLocks xmlns:a="http://schemas.openxmlformats.org/drawingml/2006/main" noGrp="1"/>
          </p:cNvSpPr>
          <p:nvPr/>
        </p:nvSpPr>
        <p:spPr>
          <a:xfrm xmlns:a="http://schemas.openxmlformats.org/drawingml/2006/main">
            <a:off x="3776472" y="5029200"/>
            <a:ext cx="2560320" cy="12954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Angular</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TypeScript</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HTML and CSS</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Angular Router</a:t>
            </a:r>
          </a:p>
        </p:txBody>
      </p:sp>
      <p:sp>
        <p:nvSpPr>
          <p:cNvPr id="26" name="Rounded Rectangle 25">
            <a:extLst xmlns:a="http://schemas.openxmlformats.org/drawingml/2006/main">
              <a:ext uri="{FF2B5EF4-FFF2-40B4-BE49-F238E27FC236}">
                <a16:creationId xmlns:a16="http://schemas.microsoft.com/office/drawing/2014/main" id="{B278EF89-931D-483F-81D5-EC53DF3F9798}"/>
              </a:ext>
            </a:extLst>
          </p:cNvPr>
          <p:cNvSpPr>
            <a:spLocks xmlns:a="http://schemas.openxmlformats.org/drawingml/2006/main" noGrp="1"/>
          </p:cNvSpPr>
          <p:nvPr/>
        </p:nvSpPr>
        <p:spPr>
          <a:xfrm xmlns:a="http://schemas.openxmlformats.org/drawingml/2006/main">
            <a:off x="6638544" y="4343400"/>
            <a:ext cx="2834640" cy="260604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7" name="Rounded Rectangle 26">
            <a:extLst xmlns:a="http://schemas.openxmlformats.org/drawingml/2006/main">
              <a:ext uri="{FF2B5EF4-FFF2-40B4-BE49-F238E27FC236}">
                <a16:creationId xmlns:a16="http://schemas.microsoft.com/office/drawing/2014/main" id="{275FC0CA-2291-4582-8403-7FDE3349020A}"/>
              </a:ext>
            </a:extLst>
          </p:cNvPr>
          <p:cNvSpPr>
            <a:spLocks xmlns:a="http://schemas.openxmlformats.org/drawingml/2006/main" noGrp="1"/>
          </p:cNvSpPr>
          <p:nvPr/>
        </p:nvSpPr>
        <p:spPr>
          <a:xfrm xmlns:a="http://schemas.openxmlformats.org/drawingml/2006/main">
            <a:off x="6638544" y="4343400"/>
            <a:ext cx="2834640" cy="548640"/>
          </a:xfrm>
          <a:prstGeom xmlns:a="http://schemas.openxmlformats.org/drawingml/2006/main" prst="roundRect">
            <a:avLst>
              <a:gd name="adj" fmla="val 8000"/>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900" b="1" i="0">
                <a:solidFill>
                  <a:srgbClr val="FFFFFF"/>
                </a:solidFill>
                <a:latin typeface="Times New Roman"/>
                <a:ea typeface="Times New Roman"/>
                <a:cs typeface="Times New Roman"/>
              </a:rPr>
              <a:t>Tools</a:t>
            </a:r>
          </a:p>
        </p:txBody>
      </p:sp>
      <p:sp>
        <p:nvSpPr>
          <p:cNvPr id="28" name="TextBox 27">
            <a:extLst xmlns:a="http://schemas.openxmlformats.org/drawingml/2006/main">
              <a:ext uri="{FF2B5EF4-FFF2-40B4-BE49-F238E27FC236}">
                <a16:creationId xmlns:a16="http://schemas.microsoft.com/office/drawing/2014/main" id="{4938FF0C-8498-4657-944E-53E219BCAD5F}"/>
              </a:ext>
            </a:extLst>
          </p:cNvPr>
          <p:cNvSpPr>
            <a:spLocks xmlns:a="http://schemas.openxmlformats.org/drawingml/2006/main" noGrp="1"/>
          </p:cNvSpPr>
          <p:nvPr/>
        </p:nvSpPr>
        <p:spPr>
          <a:xfrm xmlns:a="http://schemas.openxmlformats.org/drawingml/2006/main">
            <a:off x="6821424" y="5029200"/>
            <a:ext cx="2560320" cy="12954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Flyway migrations</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Postman</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Maven</a:t>
            </a:r>
          </a:p>
          <a:p xmlns:a="http://schemas.openxmlformats.org/drawingml/2006/main">
            <a:pPr marL="228600" indent="-228600" algn="l">
              <a:spcAft>
                <a:spcPts val="600"/>
              </a:spcAft>
              <a:buClr>
                <a:srgbClr val="FF6600"/>
              </a:buClr>
              <a:buFont typeface="Arial"/>
              <a:buChar char="▪"/>
            </a:pPr>
            <a:r>
              <a:rPr sz="1600" b="0" i="0">
                <a:solidFill>
                  <a:srgbClr val="222222"/>
                </a:solidFill>
                <a:latin typeface="Times New Roman"/>
                <a:ea typeface="Times New Roman"/>
                <a:cs typeface="Times New Roman"/>
              </a:rPr>
              <a:t>Git and GitHub</a:t>
            </a:r>
          </a:p>
        </p:txBody>
      </p:sp>
    </p:spTree>
    <p:extLst>
      <p:ext uri="{BB962C8B-B14F-4D97-AF65-F5344CB8AC3E}">
        <p14:creationId xmlns:p14="http://schemas.microsoft.com/office/powerpoint/2010/main" val="41902104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4520B8CF-F3D5-4692-AEA7-B5B875902FEC}"/>
              </a:ext>
            </a:extLst>
          </p:cNvPr>
          <p:cNvPicPr>
            <a:picLocks xmlns:a="http://schemas.openxmlformats.org/drawingml/2006/main" noChangeAspect="1"/>
          </p:cNvPicPr>
          <p:nvPr/>
        </p:nvPicPr>
        <p:blipFill>
          <a:blip xmlns:r="http://schemas.openxmlformats.org/officeDocument/2006/relationships" xmlns:a="http://schemas.openxmlformats.org/drawingml/2006/main" r:embed="Rf759ef8175c943fb"/>
          <a:stretch xmlns:a="http://schemas.openxmlformats.org/drawingml/2006/main">
            <a:fillRect l="0" t="0" r="0" b="0"/>
          </a:stretch>
        </p:blipFill>
        <p:spPr>
          <a:xfrm xmlns:a="http://schemas.openxmlformats.org/drawingml/2006/main" rot="0" flipH="0" flipV="0">
            <a:off x="2658639" y="104709"/>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2B695155-C8AA-4855-AE8D-22532E77442C}"/>
              </a:ext>
            </a:extLst>
          </p:cNvPr>
          <p:cNvPicPr>
            <a:picLocks xmlns:a="http://schemas.openxmlformats.org/drawingml/2006/main" noChangeAspect="1"/>
          </p:cNvPicPr>
          <p:nvPr/>
        </p:nvPicPr>
        <p:blipFill>
          <a:blip xmlns:r="http://schemas.openxmlformats.org/officeDocument/2006/relationships" xmlns:a="http://schemas.openxmlformats.org/drawingml/2006/main" r:embed="R4ec16a6f2af74aea"/>
          <a:stretch xmlns:a="http://schemas.openxmlformats.org/drawingml/2006/main">
            <a:fillRect l="0" t="0" r="0" b="0"/>
          </a:stretch>
        </p:blipFill>
        <p:spPr>
          <a:xfrm xmlns:a="http://schemas.openxmlformats.org/drawingml/2006/main" rot="0" flipH="0" flipV="0">
            <a:off x="2713646" y="144000"/>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1D5FBA31-7817-4AE3-AA8C-C7FEC8EB718C}"/>
              </a:ext>
            </a:extLst>
          </p:cNvPr>
          <p:cNvPicPr>
            <a:picLocks xmlns:a="http://schemas.openxmlformats.org/drawingml/2006/main" noChangeAspect="1"/>
          </p:cNvPicPr>
          <p:nvPr/>
        </p:nvPicPr>
        <p:blipFill>
          <a:blip xmlns:r="http://schemas.openxmlformats.org/officeDocument/2006/relationships" xmlns:a="http://schemas.openxmlformats.org/drawingml/2006/main" r:embed="Re2da21fedaae46c3"/>
          <a:stretch xmlns:a="http://schemas.openxmlformats.org/drawingml/2006/main">
            <a:fillRect l="0" t="0" r="0" b="0"/>
          </a:stretch>
        </p:blipFill>
        <p:spPr>
          <a:xfrm xmlns:a="http://schemas.openxmlformats.org/drawingml/2006/main" rot="0" flipH="0" flipV="0">
            <a:off x="2839376" y="301110"/>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894382" y="340453"/>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962691" y="281409"/>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System Architecture</a:t>
            </a:r>
          </a:p>
        </p:txBody>
      </p:sp>
      <p:pic>
        <p:nvPicPr>
          <p:cNvPr id="10" name="object 3">
            <a:extLst xmlns:a="http://schemas.openxmlformats.org/drawingml/2006/main">
              <a:ext uri="{FF2B5EF4-FFF2-40B4-BE49-F238E27FC236}">
                <a16:creationId xmlns:a16="http://schemas.microsoft.com/office/drawing/2014/main" id="{2CE94D7A-59EE-463C-8D87-CE27B03ED4CD}"/>
              </a:ext>
            </a:extLst>
          </p:cNvPr>
          <p:cNvPicPr>
            <a:picLocks xmlns:a="http://schemas.openxmlformats.org/drawingml/2006/main" noChangeAspect="1"/>
          </p:cNvPicPr>
          <p:nvPr/>
        </p:nvPicPr>
        <p:blipFill>
          <a:blip xmlns:r="http://schemas.openxmlformats.org/officeDocument/2006/relationships" xmlns:a="http://schemas.openxmlformats.org/drawingml/2006/main" r:embed="Rb42877770b7e4a59"/>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8B6AD441-4D16-4CA2-8AB0-D92BB4DF70AB}"/>
              </a:ext>
            </a:extLst>
          </p:cNvPr>
          <p:cNvSpPr>
            <a:spLocks xmlns:a="http://schemas.openxmlformats.org/drawingml/2006/main" noGrp="1"/>
          </p:cNvSpPr>
          <p:nvPr/>
        </p:nvSpPr>
        <p:spPr>
          <a:xfrm xmlns:a="http://schemas.openxmlformats.org/drawingml/2006/main">
            <a:off x="548640" y="1508760"/>
            <a:ext cx="2103120" cy="6858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1B3F8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600" b="1" i="0">
                <a:solidFill>
                  <a:srgbClr val="1B3F8B"/>
                </a:solidFill>
                <a:latin typeface="Times New Roman"/>
                <a:ea typeface="Times New Roman"/>
                <a:cs typeface="Times New Roman"/>
              </a:rPr>
              <a:t>Customer Portal</a:t>
            </a:r>
          </a:p>
          <a:p xmlns:a="http://schemas.openxmlformats.org/drawingml/2006/main">
            <a:pPr algn="ctr">
              <a:buNone/>
            </a:pPr>
            <a:r>
              <a:rPr sz="1200" b="0" i="0">
                <a:solidFill>
                  <a:srgbClr val="555555"/>
                </a:solidFill>
                <a:latin typeface="Times New Roman"/>
                <a:ea typeface="Times New Roman"/>
                <a:cs typeface="Times New Roman"/>
              </a:rPr>
              <a:t>Angular</a:t>
            </a:r>
          </a:p>
        </p:txBody>
      </p:sp>
      <p:sp>
        <p:nvSpPr>
          <p:cNvPr id="12" name="Connector 11">
            <a:extLst xmlns:a="http://schemas.openxmlformats.org/drawingml/2006/main">
              <a:ext uri="{FF2B5EF4-FFF2-40B4-BE49-F238E27FC236}">
                <a16:creationId xmlns:a16="http://schemas.microsoft.com/office/drawing/2014/main" id="{31D54807-7365-4C6F-ADBE-071F740EEFDC}"/>
              </a:ext>
            </a:extLst>
          </p:cNvPr>
          <p:cNvSpPr>
            <a:spLocks xmlns:a="http://schemas.openxmlformats.org/drawingml/2006/main" noGrp="1"/>
          </p:cNvSpPr>
          <p:nvPr/>
        </p:nvSpPr>
        <p:spPr>
          <a:xfrm xmlns:a="http://schemas.openxmlformats.org/drawingml/2006/main">
            <a:off x="1600200" y="2194560"/>
            <a:ext cx="0" cy="411480"/>
          </a:xfrm>
          <a:prstGeom xmlns:a="http://schemas.openxmlformats.org/drawingml/2006/main" prst="line">
            <a:avLst/>
          </a:prstGeom>
          <a:ln xmlns:a="http://schemas.openxmlformats.org/drawingml/2006/main" w="22225">
            <a:solidFill>
              <a:srgbClr val="1B3F8B"/>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Rounded Rectangle 12">
            <a:extLst xmlns:a="http://schemas.openxmlformats.org/drawingml/2006/main">
              <a:ext uri="{FF2B5EF4-FFF2-40B4-BE49-F238E27FC236}">
                <a16:creationId xmlns:a16="http://schemas.microsoft.com/office/drawing/2014/main" id="{1FDE0B4E-67C1-4CD2-BC31-B55D7F7F5270}"/>
              </a:ext>
            </a:extLst>
          </p:cNvPr>
          <p:cNvSpPr>
            <a:spLocks xmlns:a="http://schemas.openxmlformats.org/drawingml/2006/main" noGrp="1"/>
          </p:cNvSpPr>
          <p:nvPr/>
        </p:nvSpPr>
        <p:spPr>
          <a:xfrm xmlns:a="http://schemas.openxmlformats.org/drawingml/2006/main">
            <a:off x="3017520" y="1508760"/>
            <a:ext cx="2103120" cy="6858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1B3F8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600" b="1" i="0">
                <a:solidFill>
                  <a:srgbClr val="1B3F8B"/>
                </a:solidFill>
                <a:latin typeface="Times New Roman"/>
                <a:ea typeface="Times New Roman"/>
                <a:cs typeface="Times New Roman"/>
              </a:rPr>
              <a:t>Seller Portal</a:t>
            </a:r>
          </a:p>
          <a:p xmlns:a="http://schemas.openxmlformats.org/drawingml/2006/main">
            <a:pPr algn="ctr">
              <a:buNone/>
            </a:pPr>
            <a:r>
              <a:rPr sz="1200" b="0" i="0">
                <a:solidFill>
                  <a:srgbClr val="555555"/>
                </a:solidFill>
                <a:latin typeface="Times New Roman"/>
                <a:ea typeface="Times New Roman"/>
                <a:cs typeface="Times New Roman"/>
              </a:rPr>
              <a:t>Angular</a:t>
            </a:r>
          </a:p>
        </p:txBody>
      </p:sp>
      <p:sp>
        <p:nvSpPr>
          <p:cNvPr id="14" name="Connector 13">
            <a:extLst xmlns:a="http://schemas.openxmlformats.org/drawingml/2006/main">
              <a:ext uri="{FF2B5EF4-FFF2-40B4-BE49-F238E27FC236}">
                <a16:creationId xmlns:a16="http://schemas.microsoft.com/office/drawing/2014/main" id="{2935EBDA-C453-4084-BD47-DBAC0AF36D92}"/>
              </a:ext>
            </a:extLst>
          </p:cNvPr>
          <p:cNvSpPr>
            <a:spLocks xmlns:a="http://schemas.openxmlformats.org/drawingml/2006/main" noGrp="1"/>
          </p:cNvSpPr>
          <p:nvPr/>
        </p:nvSpPr>
        <p:spPr>
          <a:xfrm xmlns:a="http://schemas.openxmlformats.org/drawingml/2006/main">
            <a:off x="4069079" y="2194560"/>
            <a:ext cx="0" cy="411480"/>
          </a:xfrm>
          <a:prstGeom xmlns:a="http://schemas.openxmlformats.org/drawingml/2006/main" prst="line">
            <a:avLst/>
          </a:prstGeom>
          <a:ln xmlns:a="http://schemas.openxmlformats.org/drawingml/2006/main" w="22225">
            <a:solidFill>
              <a:srgbClr val="1B3F8B"/>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Rounded Rectangle 14">
            <a:extLst xmlns:a="http://schemas.openxmlformats.org/drawingml/2006/main">
              <a:ext uri="{FF2B5EF4-FFF2-40B4-BE49-F238E27FC236}">
                <a16:creationId xmlns:a16="http://schemas.microsoft.com/office/drawing/2014/main" id="{E2235D91-3595-4272-B1A7-BAACA31DCE09}"/>
              </a:ext>
            </a:extLst>
          </p:cNvPr>
          <p:cNvSpPr>
            <a:spLocks xmlns:a="http://schemas.openxmlformats.org/drawingml/2006/main" noGrp="1"/>
          </p:cNvSpPr>
          <p:nvPr/>
        </p:nvSpPr>
        <p:spPr>
          <a:xfrm xmlns:a="http://schemas.openxmlformats.org/drawingml/2006/main">
            <a:off x="5486400" y="1508760"/>
            <a:ext cx="2103120" cy="6858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1B3F8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600" b="1" i="0">
                <a:solidFill>
                  <a:srgbClr val="1B3F8B"/>
                </a:solidFill>
                <a:latin typeface="Times New Roman"/>
                <a:ea typeface="Times New Roman"/>
                <a:cs typeface="Times New Roman"/>
              </a:rPr>
              <a:t>Admin Portal</a:t>
            </a:r>
          </a:p>
          <a:p xmlns:a="http://schemas.openxmlformats.org/drawingml/2006/main">
            <a:pPr algn="ctr">
              <a:buNone/>
            </a:pPr>
            <a:r>
              <a:rPr sz="1200" b="0" i="0">
                <a:solidFill>
                  <a:srgbClr val="555555"/>
                </a:solidFill>
                <a:latin typeface="Times New Roman"/>
                <a:ea typeface="Times New Roman"/>
                <a:cs typeface="Times New Roman"/>
              </a:rPr>
              <a:t>Angular /admin</a:t>
            </a:r>
          </a:p>
        </p:txBody>
      </p:sp>
      <p:sp>
        <p:nvSpPr>
          <p:cNvPr id="16" name="Connector 15">
            <a:extLst xmlns:a="http://schemas.openxmlformats.org/drawingml/2006/main">
              <a:ext uri="{FF2B5EF4-FFF2-40B4-BE49-F238E27FC236}">
                <a16:creationId xmlns:a16="http://schemas.microsoft.com/office/drawing/2014/main" id="{E60F292F-825B-4E7D-BF4C-C4391B28095A}"/>
              </a:ext>
            </a:extLst>
          </p:cNvPr>
          <p:cNvSpPr>
            <a:spLocks xmlns:a="http://schemas.openxmlformats.org/drawingml/2006/main" noGrp="1"/>
          </p:cNvSpPr>
          <p:nvPr/>
        </p:nvSpPr>
        <p:spPr>
          <a:xfrm xmlns:a="http://schemas.openxmlformats.org/drawingml/2006/main">
            <a:off x="6537960" y="2194560"/>
            <a:ext cx="0" cy="411480"/>
          </a:xfrm>
          <a:prstGeom xmlns:a="http://schemas.openxmlformats.org/drawingml/2006/main" prst="line">
            <a:avLst/>
          </a:prstGeom>
          <a:ln xmlns:a="http://schemas.openxmlformats.org/drawingml/2006/main" w="22225">
            <a:solidFill>
              <a:srgbClr val="1B3F8B"/>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Rounded Rectangle 16">
            <a:extLst xmlns:a="http://schemas.openxmlformats.org/drawingml/2006/main">
              <a:ext uri="{FF2B5EF4-FFF2-40B4-BE49-F238E27FC236}">
                <a16:creationId xmlns:a16="http://schemas.microsoft.com/office/drawing/2014/main" id="{A551E93C-43D0-47C6-80B7-AF64A6DB2FE2}"/>
              </a:ext>
            </a:extLst>
          </p:cNvPr>
          <p:cNvSpPr>
            <a:spLocks xmlns:a="http://schemas.openxmlformats.org/drawingml/2006/main" noGrp="1"/>
          </p:cNvSpPr>
          <p:nvPr/>
        </p:nvSpPr>
        <p:spPr>
          <a:xfrm xmlns:a="http://schemas.openxmlformats.org/drawingml/2006/main">
            <a:off x="548640" y="2606040"/>
            <a:ext cx="7040880" cy="777240"/>
          </a:xfrm>
          <a:prstGeom xmlns:a="http://schemas.openxmlformats.org/drawingml/2006/main" prst="roundRect">
            <a:avLst>
              <a:gd name="adj" fmla="val 8000"/>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900" b="1" i="0">
                <a:solidFill>
                  <a:srgbClr val="FFFFFF"/>
                </a:solidFill>
                <a:latin typeface="Times New Roman"/>
                <a:ea typeface="Times New Roman"/>
                <a:cs typeface="Times New Roman"/>
              </a:rPr>
              <a:t>API Gateway   (Spring Cloud Gateway, port 8080)</a:t>
            </a:r>
          </a:p>
          <a:p xmlns:a="http://schemas.openxmlformats.org/drawingml/2006/main">
            <a:pPr algn="ctr">
              <a:buNone/>
            </a:pPr>
            <a:r>
              <a:rPr sz="1300" b="0" i="0">
                <a:solidFill>
                  <a:srgbClr val="FFFFFF"/>
                </a:solidFill>
                <a:latin typeface="Times New Roman"/>
                <a:ea typeface="Times New Roman"/>
                <a:cs typeface="Times New Roman"/>
              </a:rPr>
              <a:t>Single entry point for routing and CORS</a:t>
            </a:r>
          </a:p>
        </p:txBody>
      </p:sp>
      <p:sp>
        <p:nvSpPr>
          <p:cNvPr id="18" name="Connector 17">
            <a:extLst xmlns:a="http://schemas.openxmlformats.org/drawingml/2006/main">
              <a:ext uri="{FF2B5EF4-FFF2-40B4-BE49-F238E27FC236}">
                <a16:creationId xmlns:a16="http://schemas.microsoft.com/office/drawing/2014/main" id="{70C17931-BB4B-4642-A4D9-DA41B329BE82}"/>
              </a:ext>
            </a:extLst>
          </p:cNvPr>
          <p:cNvSpPr>
            <a:spLocks xmlns:a="http://schemas.openxmlformats.org/drawingml/2006/main" noGrp="1"/>
          </p:cNvSpPr>
          <p:nvPr/>
        </p:nvSpPr>
        <p:spPr>
          <a:xfrm xmlns:a="http://schemas.openxmlformats.org/drawingml/2006/main">
            <a:off x="1600200" y="3383280"/>
            <a:ext cx="0" cy="411480"/>
          </a:xfrm>
          <a:prstGeom xmlns:a="http://schemas.openxmlformats.org/drawingml/2006/main" prst="line">
            <a:avLst/>
          </a:prstGeom>
          <a:ln xmlns:a="http://schemas.openxmlformats.org/drawingml/2006/main" w="22225">
            <a:solidFill>
              <a:srgbClr val="1B3F8B"/>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Rounded Rectangle 18">
            <a:extLst xmlns:a="http://schemas.openxmlformats.org/drawingml/2006/main">
              <a:ext uri="{FF2B5EF4-FFF2-40B4-BE49-F238E27FC236}">
                <a16:creationId xmlns:a16="http://schemas.microsoft.com/office/drawing/2014/main" id="{63A46091-9F26-4CA8-A632-7641DC10C455}"/>
              </a:ext>
            </a:extLst>
          </p:cNvPr>
          <p:cNvSpPr>
            <a:spLocks xmlns:a="http://schemas.openxmlformats.org/drawingml/2006/main" noGrp="1"/>
          </p:cNvSpPr>
          <p:nvPr/>
        </p:nvSpPr>
        <p:spPr>
          <a:xfrm xmlns:a="http://schemas.openxmlformats.org/drawingml/2006/main">
            <a:off x="548640" y="3794760"/>
            <a:ext cx="2103120" cy="96012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w="12700">
            <a:solidFill>
              <a:srgbClr val="FF66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500" b="1" i="0">
                <a:solidFill>
                  <a:srgbClr val="1B3F8B"/>
                </a:solidFill>
                <a:latin typeface="Times New Roman"/>
                <a:ea typeface="Times New Roman"/>
                <a:cs typeface="Times New Roman"/>
              </a:rPr>
              <a:t>User Service</a:t>
            </a:r>
          </a:p>
          <a:p xmlns:a="http://schemas.openxmlformats.org/drawingml/2006/main">
            <a:pPr algn="ctr">
              <a:buNone/>
            </a:pPr>
            <a:r>
              <a:rPr sz="1200" b="0" i="0">
                <a:solidFill>
                  <a:srgbClr val="555555"/>
                </a:solidFill>
                <a:latin typeface="Times New Roman"/>
                <a:ea typeface="Times New Roman"/>
                <a:cs typeface="Times New Roman"/>
              </a:rPr>
              <a:t>port 8081</a:t>
            </a:r>
          </a:p>
          <a:p xmlns:a="http://schemas.openxmlformats.org/drawingml/2006/main">
            <a:pPr algn="ctr">
              <a:buNone/>
            </a:pPr>
            <a:r>
              <a:rPr sz="1300" b="0" i="0">
                <a:solidFill>
                  <a:srgbClr val="222222"/>
                </a:solidFill>
                <a:latin typeface="Times New Roman"/>
                <a:ea typeface="Times New Roman"/>
                <a:cs typeface="Times New Roman"/>
              </a:rPr>
              <a:t>Login, JWT and roles</a:t>
            </a:r>
          </a:p>
        </p:txBody>
      </p:sp>
      <p:sp>
        <p:nvSpPr>
          <p:cNvPr id="20" name="Connector 19">
            <a:extLst xmlns:a="http://schemas.openxmlformats.org/drawingml/2006/main">
              <a:ext uri="{FF2B5EF4-FFF2-40B4-BE49-F238E27FC236}">
                <a16:creationId xmlns:a16="http://schemas.microsoft.com/office/drawing/2014/main" id="{C4781E4D-4A0C-4C6B-A6C0-CCBF83AC8E2E}"/>
              </a:ext>
            </a:extLst>
          </p:cNvPr>
          <p:cNvSpPr>
            <a:spLocks xmlns:a="http://schemas.openxmlformats.org/drawingml/2006/main" noGrp="1"/>
          </p:cNvSpPr>
          <p:nvPr/>
        </p:nvSpPr>
        <p:spPr>
          <a:xfrm xmlns:a="http://schemas.openxmlformats.org/drawingml/2006/main">
            <a:off x="1600200" y="4754880"/>
            <a:ext cx="0" cy="365760"/>
          </a:xfrm>
          <a:prstGeom xmlns:a="http://schemas.openxmlformats.org/drawingml/2006/main" prst="line">
            <a:avLst/>
          </a:prstGeom>
          <a:ln xmlns:a="http://schemas.openxmlformats.org/drawingml/2006/main" w="15875">
            <a:solidFill>
              <a:srgbClr val="1B3F8B"/>
            </a:solidFill>
            <a:headEnd type="triangl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Can 20">
            <a:extLst xmlns:a="http://schemas.openxmlformats.org/drawingml/2006/main">
              <a:ext uri="{FF2B5EF4-FFF2-40B4-BE49-F238E27FC236}">
                <a16:creationId xmlns:a16="http://schemas.microsoft.com/office/drawing/2014/main" id="{D775FF61-537B-4AD8-AF8A-DFFA9F2EEE11}"/>
              </a:ext>
            </a:extLst>
          </p:cNvPr>
          <p:cNvSpPr>
            <a:spLocks xmlns:a="http://schemas.openxmlformats.org/drawingml/2006/main" noGrp="1"/>
          </p:cNvSpPr>
          <p:nvPr/>
        </p:nvSpPr>
        <p:spPr>
          <a:xfrm xmlns:a="http://schemas.openxmlformats.org/drawingml/2006/main">
            <a:off x="960120" y="5120640"/>
            <a:ext cx="1280160" cy="914400"/>
          </a:xfrm>
          <a:prstGeom xmlns:a="http://schemas.openxmlformats.org/drawingml/2006/main" prst="can">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200" b="0" i="0">
                <a:solidFill>
                  <a:srgbClr val="FFFFFF"/>
                </a:solidFill>
                <a:latin typeface="Times New Roman"/>
                <a:ea typeface="Times New Roman"/>
                <a:cs typeface="Times New Roman"/>
              </a:rPr>
              <a:t>users</a:t>
            </a:r>
          </a:p>
          <a:p xmlns:a="http://schemas.openxmlformats.org/drawingml/2006/main">
            <a:pPr algn="ctr">
              <a:buNone/>
            </a:pPr>
            <a:r>
              <a:rPr sz="1200" b="1" i="0">
                <a:solidFill>
                  <a:srgbClr val="FFFFFF"/>
                </a:solidFill>
                <a:latin typeface="Times New Roman"/>
                <a:ea typeface="Times New Roman"/>
                <a:cs typeface="Times New Roman"/>
              </a:rPr>
              <a:t>schema</a:t>
            </a:r>
          </a:p>
        </p:txBody>
      </p:sp>
      <p:sp>
        <p:nvSpPr>
          <p:cNvPr id="22" name="Connector 21">
            <a:extLst xmlns:a="http://schemas.openxmlformats.org/drawingml/2006/main">
              <a:ext uri="{FF2B5EF4-FFF2-40B4-BE49-F238E27FC236}">
                <a16:creationId xmlns:a16="http://schemas.microsoft.com/office/drawing/2014/main" id="{827C83FE-79FB-48E1-BF6C-868B529C8593}"/>
              </a:ext>
            </a:extLst>
          </p:cNvPr>
          <p:cNvSpPr>
            <a:spLocks xmlns:a="http://schemas.openxmlformats.org/drawingml/2006/main" noGrp="1"/>
          </p:cNvSpPr>
          <p:nvPr/>
        </p:nvSpPr>
        <p:spPr>
          <a:xfrm xmlns:a="http://schemas.openxmlformats.org/drawingml/2006/main">
            <a:off x="4069079" y="3383280"/>
            <a:ext cx="0" cy="411480"/>
          </a:xfrm>
          <a:prstGeom xmlns:a="http://schemas.openxmlformats.org/drawingml/2006/main" prst="line">
            <a:avLst/>
          </a:prstGeom>
          <a:ln xmlns:a="http://schemas.openxmlformats.org/drawingml/2006/main" w="22225">
            <a:solidFill>
              <a:srgbClr val="1B3F8B"/>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3" name="Rounded Rectangle 22">
            <a:extLst xmlns:a="http://schemas.openxmlformats.org/drawingml/2006/main">
              <a:ext uri="{FF2B5EF4-FFF2-40B4-BE49-F238E27FC236}">
                <a16:creationId xmlns:a16="http://schemas.microsoft.com/office/drawing/2014/main" id="{263D9B9A-175D-42F6-A7E2-0582CCB8381C}"/>
              </a:ext>
            </a:extLst>
          </p:cNvPr>
          <p:cNvSpPr>
            <a:spLocks xmlns:a="http://schemas.openxmlformats.org/drawingml/2006/main" noGrp="1"/>
          </p:cNvSpPr>
          <p:nvPr/>
        </p:nvSpPr>
        <p:spPr>
          <a:xfrm xmlns:a="http://schemas.openxmlformats.org/drawingml/2006/main">
            <a:off x="3017520" y="3794760"/>
            <a:ext cx="2103120" cy="96012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w="12700">
            <a:solidFill>
              <a:srgbClr val="FF66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500" b="1" i="0">
                <a:solidFill>
                  <a:srgbClr val="1B3F8B"/>
                </a:solidFill>
                <a:latin typeface="Times New Roman"/>
                <a:ea typeface="Times New Roman"/>
                <a:cs typeface="Times New Roman"/>
              </a:rPr>
              <a:t>Product Service</a:t>
            </a:r>
          </a:p>
          <a:p xmlns:a="http://schemas.openxmlformats.org/drawingml/2006/main">
            <a:pPr algn="ctr">
              <a:buNone/>
            </a:pPr>
            <a:r>
              <a:rPr sz="1200" b="0" i="0">
                <a:solidFill>
                  <a:srgbClr val="555555"/>
                </a:solidFill>
                <a:latin typeface="Times New Roman"/>
                <a:ea typeface="Times New Roman"/>
                <a:cs typeface="Times New Roman"/>
              </a:rPr>
              <a:t>port 8082</a:t>
            </a:r>
          </a:p>
          <a:p xmlns:a="http://schemas.openxmlformats.org/drawingml/2006/main">
            <a:pPr algn="ctr">
              <a:buNone/>
            </a:pPr>
            <a:r>
              <a:rPr sz="1300" b="0" i="0">
                <a:solidFill>
                  <a:srgbClr val="222222"/>
                </a:solidFill>
                <a:latin typeface="Times New Roman"/>
                <a:ea typeface="Times New Roman"/>
                <a:cs typeface="Times New Roman"/>
              </a:rPr>
              <a:t>Listings and stock</a:t>
            </a:r>
          </a:p>
        </p:txBody>
      </p:sp>
      <p:sp>
        <p:nvSpPr>
          <p:cNvPr id="24" name="Connector 23">
            <a:extLst xmlns:a="http://schemas.openxmlformats.org/drawingml/2006/main">
              <a:ext uri="{FF2B5EF4-FFF2-40B4-BE49-F238E27FC236}">
                <a16:creationId xmlns:a16="http://schemas.microsoft.com/office/drawing/2014/main" id="{CB258063-ABB8-461A-9464-05AC84B0AD8F}"/>
              </a:ext>
            </a:extLst>
          </p:cNvPr>
          <p:cNvSpPr>
            <a:spLocks xmlns:a="http://schemas.openxmlformats.org/drawingml/2006/main" noGrp="1"/>
          </p:cNvSpPr>
          <p:nvPr/>
        </p:nvSpPr>
        <p:spPr>
          <a:xfrm xmlns:a="http://schemas.openxmlformats.org/drawingml/2006/main">
            <a:off x="4069079" y="4754880"/>
            <a:ext cx="0" cy="365760"/>
          </a:xfrm>
          <a:prstGeom xmlns:a="http://schemas.openxmlformats.org/drawingml/2006/main" prst="line">
            <a:avLst/>
          </a:prstGeom>
          <a:ln xmlns:a="http://schemas.openxmlformats.org/drawingml/2006/main" w="15875">
            <a:solidFill>
              <a:srgbClr val="1B3F8B"/>
            </a:solidFill>
            <a:headEnd type="triangl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5" name="Can 24">
            <a:extLst xmlns:a="http://schemas.openxmlformats.org/drawingml/2006/main">
              <a:ext uri="{FF2B5EF4-FFF2-40B4-BE49-F238E27FC236}">
                <a16:creationId xmlns:a16="http://schemas.microsoft.com/office/drawing/2014/main" id="{7AEDB5D3-4F00-4067-9758-3F09EAC0B045}"/>
              </a:ext>
            </a:extLst>
          </p:cNvPr>
          <p:cNvSpPr>
            <a:spLocks xmlns:a="http://schemas.openxmlformats.org/drawingml/2006/main" noGrp="1"/>
          </p:cNvSpPr>
          <p:nvPr/>
        </p:nvSpPr>
        <p:spPr>
          <a:xfrm xmlns:a="http://schemas.openxmlformats.org/drawingml/2006/main">
            <a:off x="3429000" y="5120640"/>
            <a:ext cx="1280160" cy="914400"/>
          </a:xfrm>
          <a:prstGeom xmlns:a="http://schemas.openxmlformats.org/drawingml/2006/main" prst="can">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200" b="0" i="0">
                <a:solidFill>
                  <a:srgbClr val="FFFFFF"/>
                </a:solidFill>
                <a:latin typeface="Times New Roman"/>
                <a:ea typeface="Times New Roman"/>
                <a:cs typeface="Times New Roman"/>
              </a:rPr>
              <a:t>products</a:t>
            </a:r>
          </a:p>
          <a:p xmlns:a="http://schemas.openxmlformats.org/drawingml/2006/main">
            <a:pPr algn="ctr">
              <a:buNone/>
            </a:pPr>
            <a:r>
              <a:rPr sz="1200" b="1" i="0">
                <a:solidFill>
                  <a:srgbClr val="FFFFFF"/>
                </a:solidFill>
                <a:latin typeface="Times New Roman"/>
                <a:ea typeface="Times New Roman"/>
                <a:cs typeface="Times New Roman"/>
              </a:rPr>
              <a:t>schema</a:t>
            </a:r>
          </a:p>
        </p:txBody>
      </p:sp>
      <p:sp>
        <p:nvSpPr>
          <p:cNvPr id="26" name="Connector 25">
            <a:extLst xmlns:a="http://schemas.openxmlformats.org/drawingml/2006/main">
              <a:ext uri="{FF2B5EF4-FFF2-40B4-BE49-F238E27FC236}">
                <a16:creationId xmlns:a16="http://schemas.microsoft.com/office/drawing/2014/main" id="{4218DCB1-F209-4C0A-B907-1995E7E74906}"/>
              </a:ext>
            </a:extLst>
          </p:cNvPr>
          <p:cNvSpPr>
            <a:spLocks xmlns:a="http://schemas.openxmlformats.org/drawingml/2006/main" noGrp="1"/>
          </p:cNvSpPr>
          <p:nvPr/>
        </p:nvSpPr>
        <p:spPr>
          <a:xfrm xmlns:a="http://schemas.openxmlformats.org/drawingml/2006/main">
            <a:off x="6537960" y="3383280"/>
            <a:ext cx="0" cy="411480"/>
          </a:xfrm>
          <a:prstGeom xmlns:a="http://schemas.openxmlformats.org/drawingml/2006/main" prst="line">
            <a:avLst/>
          </a:prstGeom>
          <a:ln xmlns:a="http://schemas.openxmlformats.org/drawingml/2006/main" w="22225">
            <a:solidFill>
              <a:srgbClr val="1B3F8B"/>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Rounded Rectangle 26">
            <a:extLst xmlns:a="http://schemas.openxmlformats.org/drawingml/2006/main">
              <a:ext uri="{FF2B5EF4-FFF2-40B4-BE49-F238E27FC236}">
                <a16:creationId xmlns:a16="http://schemas.microsoft.com/office/drawing/2014/main" id="{4C088C83-B909-47F4-AB60-A159FEBE1DF4}"/>
              </a:ext>
            </a:extLst>
          </p:cNvPr>
          <p:cNvSpPr>
            <a:spLocks xmlns:a="http://schemas.openxmlformats.org/drawingml/2006/main" noGrp="1"/>
          </p:cNvSpPr>
          <p:nvPr/>
        </p:nvSpPr>
        <p:spPr>
          <a:xfrm xmlns:a="http://schemas.openxmlformats.org/drawingml/2006/main">
            <a:off x="5486400" y="3794760"/>
            <a:ext cx="2103120" cy="96012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w="12700">
            <a:solidFill>
              <a:srgbClr val="FF66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500" b="1" i="0">
                <a:solidFill>
                  <a:srgbClr val="1B3F8B"/>
                </a:solidFill>
                <a:latin typeface="Times New Roman"/>
                <a:ea typeface="Times New Roman"/>
                <a:cs typeface="Times New Roman"/>
              </a:rPr>
              <a:t>Order Service</a:t>
            </a:r>
          </a:p>
          <a:p xmlns:a="http://schemas.openxmlformats.org/drawingml/2006/main">
            <a:pPr algn="ctr">
              <a:buNone/>
            </a:pPr>
            <a:r>
              <a:rPr sz="1200" b="0" i="0">
                <a:solidFill>
                  <a:srgbClr val="555555"/>
                </a:solidFill>
                <a:latin typeface="Times New Roman"/>
                <a:ea typeface="Times New Roman"/>
                <a:cs typeface="Times New Roman"/>
              </a:rPr>
              <a:t>port 8083</a:t>
            </a:r>
          </a:p>
          <a:p xmlns:a="http://schemas.openxmlformats.org/drawingml/2006/main">
            <a:pPr algn="ctr">
              <a:buNone/>
            </a:pPr>
            <a:r>
              <a:rPr sz="1300" b="0" i="0">
                <a:solidFill>
                  <a:srgbClr val="222222"/>
                </a:solidFill>
                <a:latin typeface="Times New Roman"/>
                <a:ea typeface="Times New Roman"/>
                <a:cs typeface="Times New Roman"/>
              </a:rPr>
              <a:t>Checkout and recovery</a:t>
            </a:r>
          </a:p>
        </p:txBody>
      </p:sp>
      <p:sp>
        <p:nvSpPr>
          <p:cNvPr id="28" name="Connector 27">
            <a:extLst xmlns:a="http://schemas.openxmlformats.org/drawingml/2006/main">
              <a:ext uri="{FF2B5EF4-FFF2-40B4-BE49-F238E27FC236}">
                <a16:creationId xmlns:a16="http://schemas.microsoft.com/office/drawing/2014/main" id="{BF21C5C2-887A-489E-AB79-1ECEEC513536}"/>
              </a:ext>
            </a:extLst>
          </p:cNvPr>
          <p:cNvSpPr>
            <a:spLocks xmlns:a="http://schemas.openxmlformats.org/drawingml/2006/main" noGrp="1"/>
          </p:cNvSpPr>
          <p:nvPr/>
        </p:nvSpPr>
        <p:spPr>
          <a:xfrm xmlns:a="http://schemas.openxmlformats.org/drawingml/2006/main">
            <a:off x="6537960" y="4754880"/>
            <a:ext cx="0" cy="365760"/>
          </a:xfrm>
          <a:prstGeom xmlns:a="http://schemas.openxmlformats.org/drawingml/2006/main" prst="line">
            <a:avLst/>
          </a:prstGeom>
          <a:ln xmlns:a="http://schemas.openxmlformats.org/drawingml/2006/main" w="15875">
            <a:solidFill>
              <a:srgbClr val="1B3F8B"/>
            </a:solidFill>
            <a:headEnd type="triangl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9" name="Can 28">
            <a:extLst xmlns:a="http://schemas.openxmlformats.org/drawingml/2006/main">
              <a:ext uri="{FF2B5EF4-FFF2-40B4-BE49-F238E27FC236}">
                <a16:creationId xmlns:a16="http://schemas.microsoft.com/office/drawing/2014/main" id="{E3D22941-6980-44FC-A3DC-CF671F153CE9}"/>
              </a:ext>
            </a:extLst>
          </p:cNvPr>
          <p:cNvSpPr>
            <a:spLocks xmlns:a="http://schemas.openxmlformats.org/drawingml/2006/main" noGrp="1"/>
          </p:cNvSpPr>
          <p:nvPr/>
        </p:nvSpPr>
        <p:spPr>
          <a:xfrm xmlns:a="http://schemas.openxmlformats.org/drawingml/2006/main">
            <a:off x="5897880" y="5120640"/>
            <a:ext cx="1280160" cy="914400"/>
          </a:xfrm>
          <a:prstGeom xmlns:a="http://schemas.openxmlformats.org/drawingml/2006/main" prst="can">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 tIns="18288" rIns="18288" bIns="18288" anchor="ctr"/>
          <a:lstStyle xmlns:a="http://schemas.openxmlformats.org/drawingml/2006/main"/>
          <a:p xmlns:a="http://schemas.openxmlformats.org/drawingml/2006/main">
            <a:pPr algn="ctr">
              <a:buNone/>
            </a:pPr>
            <a:r>
              <a:rPr sz="1200" b="0" i="0">
                <a:solidFill>
                  <a:srgbClr val="FFFFFF"/>
                </a:solidFill>
                <a:latin typeface="Times New Roman"/>
                <a:ea typeface="Times New Roman"/>
                <a:cs typeface="Times New Roman"/>
              </a:rPr>
              <a:t>orders</a:t>
            </a:r>
          </a:p>
          <a:p xmlns:a="http://schemas.openxmlformats.org/drawingml/2006/main">
            <a:pPr algn="ctr">
              <a:buNone/>
            </a:pPr>
            <a:r>
              <a:rPr sz="1200" b="1" i="0">
                <a:solidFill>
                  <a:srgbClr val="FFFFFF"/>
                </a:solidFill>
                <a:latin typeface="Times New Roman"/>
                <a:ea typeface="Times New Roman"/>
                <a:cs typeface="Times New Roman"/>
              </a:rPr>
              <a:t>schema</a:t>
            </a:r>
          </a:p>
        </p:txBody>
      </p:sp>
      <p:sp>
        <p:nvSpPr>
          <p:cNvPr id="30" name="Connector 29">
            <a:extLst xmlns:a="http://schemas.openxmlformats.org/drawingml/2006/main">
              <a:ext uri="{FF2B5EF4-FFF2-40B4-BE49-F238E27FC236}">
                <a16:creationId xmlns:a16="http://schemas.microsoft.com/office/drawing/2014/main" id="{35FB9932-E5D1-4178-B276-D0E42F508C71}"/>
              </a:ext>
            </a:extLst>
          </p:cNvPr>
          <p:cNvSpPr>
            <a:spLocks xmlns:a="http://schemas.openxmlformats.org/drawingml/2006/main" noGrp="1"/>
          </p:cNvSpPr>
          <p:nvPr/>
        </p:nvSpPr>
        <p:spPr>
          <a:xfrm xmlns:a="http://schemas.openxmlformats.org/drawingml/2006/main" flipH="1">
            <a:off x="5120640" y="4279392"/>
            <a:ext cx="365760" cy="0"/>
          </a:xfrm>
          <a:prstGeom xmlns:a="http://schemas.openxmlformats.org/drawingml/2006/main" prst="line">
            <a:avLst/>
          </a:prstGeom>
          <a:ln xmlns:a="http://schemas.openxmlformats.org/drawingml/2006/main" w="25400">
            <a:solidFill>
              <a:srgbClr val="FF66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Rounded Rectangle 30">
            <a:extLst xmlns:a="http://schemas.openxmlformats.org/drawingml/2006/main">
              <a:ext uri="{FF2B5EF4-FFF2-40B4-BE49-F238E27FC236}">
                <a16:creationId xmlns:a16="http://schemas.microsoft.com/office/drawing/2014/main" id="{86A59633-2D08-4D0D-9E6D-691309C1D638}"/>
              </a:ext>
            </a:extLst>
          </p:cNvPr>
          <p:cNvSpPr>
            <a:spLocks xmlns:a="http://schemas.openxmlformats.org/drawingml/2006/main" noGrp="1"/>
          </p:cNvSpPr>
          <p:nvPr/>
        </p:nvSpPr>
        <p:spPr>
          <a:xfrm xmlns:a="http://schemas.openxmlformats.org/drawingml/2006/main">
            <a:off x="8001000" y="2606040"/>
            <a:ext cx="1600200" cy="214884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9050">
            <a:solidFill>
              <a:srgbClr val="1B3F8B"/>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algn="ctr">
              <a:buNone/>
            </a:pPr>
            <a:r>
              <a:rPr sz="1600" b="1" i="0">
                <a:solidFill>
                  <a:srgbClr val="1B3F8B"/>
                </a:solidFill>
                <a:latin typeface="Times New Roman"/>
                <a:ea typeface="Times New Roman"/>
                <a:cs typeface="Times New Roman"/>
              </a:rPr>
              <a:t>Invoice Service</a:t>
            </a:r>
          </a:p>
          <a:p xmlns:a="http://schemas.openxmlformats.org/drawingml/2006/main">
            <a:pPr algn="ctr">
              <a:buNone/>
            </a:pPr>
            <a:r>
              <a:rPr sz="1300" b="0" i="0">
                <a:solidFill>
                  <a:srgbClr val="555555"/>
                </a:solidFill>
                <a:latin typeface="Times New Roman"/>
                <a:ea typeface="Times New Roman"/>
                <a:cs typeface="Times New Roman"/>
              </a:rPr>
              <a:t>:8084</a:t>
            </a:r>
          </a:p>
          <a:p xmlns:a="http://schemas.openxmlformats.org/drawingml/2006/main">
            <a:pPr algn="ctr">
              <a:buNone/>
            </a:pPr>
            <a:r>
              <a:rPr sz="1200" b="0" i="0">
                <a:solidFill>
                  <a:srgbClr val="222222"/>
                </a:solidFill>
                <a:latin typeface="Times New Roman"/>
                <a:ea typeface="Times New Roman"/>
                <a:cs typeface="Times New Roman"/>
              </a:rPr>
              <a:t>SOAP bills in the invoices schema of ecomm</a:t>
            </a:r>
          </a:p>
        </p:txBody>
      </p:sp>
      <p:sp>
        <p:nvSpPr>
          <p:cNvPr id="33" name="Connector 32">
            <a:extLst xmlns:a="http://schemas.openxmlformats.org/drawingml/2006/main">
              <a:ext uri="{FF2B5EF4-FFF2-40B4-BE49-F238E27FC236}">
                <a16:creationId xmlns:a16="http://schemas.microsoft.com/office/drawing/2014/main" id="{ABEB4FB0-CA9C-4C67-81EB-27F3CDB4AA69}"/>
              </a:ext>
            </a:extLst>
          </p:cNvPr>
          <p:cNvSpPr>
            <a:spLocks xmlns:a="http://schemas.openxmlformats.org/drawingml/2006/main" noGrp="1"/>
          </p:cNvSpPr>
          <p:nvPr/>
        </p:nvSpPr>
        <p:spPr>
          <a:xfrm xmlns:a="http://schemas.openxmlformats.org/drawingml/2006/main">
            <a:off x="7589520" y="4279392"/>
            <a:ext cx="411480" cy="0"/>
          </a:xfrm>
          <a:prstGeom xmlns:a="http://schemas.openxmlformats.org/drawingml/2006/main" prst="line">
            <a:avLst/>
          </a:prstGeom>
          <a:ln xmlns:a="http://schemas.openxmlformats.org/drawingml/2006/main" w="15875">
            <a:solidFill>
              <a:srgbClr val="1B3F8B"/>
            </a:solidFill>
            <a:prstDash val="dash"/>
            <a:headEnd type="triangl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TextBox 33">
            <a:extLst xmlns:a="http://schemas.openxmlformats.org/drawingml/2006/main">
              <a:ext uri="{FF2B5EF4-FFF2-40B4-BE49-F238E27FC236}">
                <a16:creationId xmlns:a16="http://schemas.microsoft.com/office/drawing/2014/main" id="{9647E1FD-56CB-48AB-A562-2CCD3FA3454D}"/>
              </a:ext>
            </a:extLst>
          </p:cNvPr>
          <p:cNvSpPr>
            <a:spLocks xmlns:a="http://schemas.openxmlformats.org/drawingml/2006/main" noGrp="1"/>
          </p:cNvSpPr>
          <p:nvPr/>
        </p:nvSpPr>
        <p:spPr>
          <a:xfrm xmlns:a="http://schemas.openxmlformats.org/drawingml/2006/main">
            <a:off x="548640" y="6355080"/>
            <a:ext cx="905256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1" i="0">
                <a:solidFill>
                  <a:srgbClr val="1B3F8B"/>
                </a:solidFill>
                <a:latin typeface="Times New Roman"/>
                <a:ea typeface="Times New Roman"/>
                <a:cs typeface="Times New Roman"/>
              </a:rPr>
              <a:t>Flow: Angular calls the API Gateway. Order Service uses Product REST APIs and Invoice SOAP APIs. CockroachDB uses one ecomm database with four service schemas.</a:t>
            </a:r>
          </a:p>
        </p:txBody>
      </p:sp>
    </p:spTree>
    <p:extLst>
      <p:ext uri="{BB962C8B-B14F-4D97-AF65-F5344CB8AC3E}">
        <p14:creationId xmlns:p14="http://schemas.microsoft.com/office/powerpoint/2010/main" val="419021045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TextBox 14">
            <a:extLst xmlns:a="http://schemas.openxmlformats.org/drawingml/2006/main">
              <a:ext uri="{FF2B5EF4-FFF2-40B4-BE49-F238E27FC236}">
                <a16:creationId xmlns:a16="http://schemas.microsoft.com/office/drawing/2014/main" id="{9E8D0207-E880-077B-E2EE-922D5AC67E58}"/>
              </a:ext>
            </a:extLst>
          </p:cNvPr>
          <p:cNvSpPr>
            <a:spLocks xmlns:a="http://schemas.openxmlformats.org/drawingml/2006/main" noGrp="1"/>
          </p:cNvSpPr>
          <p:nvPr/>
        </p:nvSpPr>
        <p:spPr>
          <a:xfrm xmlns:a="http://schemas.openxmlformats.org/drawingml/2006/main">
            <a:off x="2895600" y="256264"/>
            <a:ext cx="1622743"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OUTPUTS</a:t>
            </a:r>
          </a:p>
        </p:txBody>
      </p:sp>
      <p:pic>
        <p:nvPicPr>
          <p:cNvPr id="9" name="object 3">
            <a:extLst xmlns:a="http://schemas.openxmlformats.org/drawingml/2006/main">
              <a:ext uri="{FF2B5EF4-FFF2-40B4-BE49-F238E27FC236}">
                <a16:creationId xmlns:a16="http://schemas.microsoft.com/office/drawing/2014/main" id="{3EB1A4FE-4905-4454-AB02-5C00D4248621}"/>
              </a:ext>
            </a:extLst>
          </p:cNvPr>
          <p:cNvPicPr>
            <a:picLocks xmlns:a="http://schemas.openxmlformats.org/drawingml/2006/main" noChangeAspect="1"/>
          </p:cNvPicPr>
          <p:nvPr/>
        </p:nvPicPr>
        <p:blipFill>
          <a:blip xmlns:r="http://schemas.openxmlformats.org/officeDocument/2006/relationships" xmlns:a="http://schemas.openxmlformats.org/drawingml/2006/main" r:embed="R71333382fb214840"/>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pic>
        <p:nvPicPr>
          <p:cNvPr id="11" name="object 4">
            <a:extLst xmlns:a="http://schemas.openxmlformats.org/drawingml/2006/main">
              <a:ext uri="{FF2B5EF4-FFF2-40B4-BE49-F238E27FC236}">
                <a16:creationId xmlns:a16="http://schemas.microsoft.com/office/drawing/2014/main" id="{F085EA4E-9CE3-4B61-BF29-24F8E940B586}"/>
              </a:ext>
            </a:extLst>
          </p:cNvPr>
          <p:cNvPicPr>
            <a:picLocks xmlns:a="http://schemas.openxmlformats.org/drawingml/2006/main" noChangeAspect="1"/>
          </p:cNvPicPr>
          <p:nvPr/>
        </p:nvPicPr>
        <p:blipFill>
          <a:blip xmlns:r="http://schemas.openxmlformats.org/officeDocument/2006/relationships" xmlns:a="http://schemas.openxmlformats.org/drawingml/2006/main" r:embed="R9369c008b6874e9b"/>
          <a:stretch xmlns:a="http://schemas.openxmlformats.org/drawingml/2006/main">
            <a:fillRect l="0" t="0" r="0" b="0"/>
          </a:stretch>
        </p:blipFill>
        <p:spPr>
          <a:xfrm xmlns:a="http://schemas.openxmlformats.org/drawingml/2006/main" rot="0" flipH="0" flipV="0">
            <a:off x="2772184" y="62190"/>
            <a:ext cx="5103904" cy="1198311"/>
          </a:xfrm>
          <a:prstGeom xmlns:a="http://schemas.openxmlformats.org/drawingml/2006/main" prst="rect">
            <a:avLst/>
          </a:prstGeom>
        </p:spPr>
      </p:pic>
      <p:pic>
        <p:nvPicPr>
          <p:cNvPr id="12" name="object 5">
            <a:extLst xmlns:a="http://schemas.openxmlformats.org/drawingml/2006/main">
              <a:ext uri="{FF2B5EF4-FFF2-40B4-BE49-F238E27FC236}">
                <a16:creationId xmlns:a16="http://schemas.microsoft.com/office/drawing/2014/main" id="{A5A8390C-C5EA-4FE0-A3E1-BA63F5DFE85F}"/>
              </a:ext>
            </a:extLst>
          </p:cNvPr>
          <p:cNvPicPr>
            <a:picLocks xmlns:a="http://schemas.openxmlformats.org/drawingml/2006/main" noChangeAspect="1"/>
          </p:cNvPicPr>
          <p:nvPr/>
        </p:nvPicPr>
        <p:blipFill>
          <a:blip xmlns:r="http://schemas.openxmlformats.org/officeDocument/2006/relationships" xmlns:a="http://schemas.openxmlformats.org/drawingml/2006/main" r:embed="R2a49b8a9ac2f4a02"/>
          <a:stretch xmlns:a="http://schemas.openxmlformats.org/drawingml/2006/main">
            <a:fillRect l="0" t="0" r="0" b="0"/>
          </a:stretch>
        </p:blipFill>
        <p:spPr>
          <a:xfrm xmlns:a="http://schemas.openxmlformats.org/drawingml/2006/main" rot="0" flipH="0" flipV="0">
            <a:off x="2827191" y="101481"/>
            <a:ext cx="4997767" cy="1092279"/>
          </a:xfrm>
          <a:prstGeom xmlns:a="http://schemas.openxmlformats.org/drawingml/2006/main" prst="rect">
            <a:avLst/>
          </a:prstGeom>
        </p:spPr>
      </p:pic>
      <p:pic>
        <p:nvPicPr>
          <p:cNvPr id="13" name="object 6">
            <a:extLst xmlns:a="http://schemas.openxmlformats.org/drawingml/2006/main">
              <a:ext uri="{FF2B5EF4-FFF2-40B4-BE49-F238E27FC236}">
                <a16:creationId xmlns:a16="http://schemas.microsoft.com/office/drawing/2014/main" id="{0F06BA27-BAAC-4342-97C9-041BBCF492AC}"/>
              </a:ext>
            </a:extLst>
          </p:cNvPr>
          <p:cNvPicPr>
            <a:picLocks xmlns:a="http://schemas.openxmlformats.org/drawingml/2006/main" noChangeAspect="1"/>
          </p:cNvPicPr>
          <p:nvPr/>
        </p:nvPicPr>
        <p:blipFill>
          <a:blip xmlns:r="http://schemas.openxmlformats.org/officeDocument/2006/relationships" xmlns:a="http://schemas.openxmlformats.org/drawingml/2006/main" r:embed="R22f980c3afcf43a3"/>
          <a:stretch xmlns:a="http://schemas.openxmlformats.org/drawingml/2006/main">
            <a:fillRect l="0" t="0" r="0" b="0"/>
          </a:stretch>
        </p:blipFill>
        <p:spPr>
          <a:xfrm xmlns:a="http://schemas.openxmlformats.org/drawingml/2006/main" rot="0" flipH="0" flipV="0">
            <a:off x="2952921" y="258591"/>
            <a:ext cx="4585268" cy="522565"/>
          </a:xfrm>
          <a:prstGeom xmlns:a="http://schemas.openxmlformats.org/drawingml/2006/main" prst="rect">
            <a:avLst/>
          </a:prstGeom>
        </p:spPr>
      </p:pic>
      <p:sp>
        <p:nvSpPr>
          <p:cNvPr id="14" name="object 7">
            <a:extLst xmlns:a="http://schemas.openxmlformats.org/drawingml/2006/main">
              <a:ext uri="{FF2B5EF4-FFF2-40B4-BE49-F238E27FC236}">
                <a16:creationId xmlns:a16="http://schemas.microsoft.com/office/drawing/2014/main" id="{FB66EA70-4663-9EC7-D14F-13F6804805FA}"/>
              </a:ext>
            </a:extLst>
          </p:cNvPr>
          <p:cNvSpPr>
            <a:spLocks xmlns:a="http://schemas.openxmlformats.org/drawingml/2006/main" noGrp="1"/>
          </p:cNvSpPr>
          <p:nvPr/>
        </p:nvSpPr>
        <p:spPr>
          <a:xfrm xmlns:a="http://schemas.openxmlformats.org/drawingml/2006/main" rot="0" flipH="0" flipV="0">
            <a:off x="3007927" y="297934"/>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21" name="TextBox 20">
            <a:extLst xmlns:a="http://schemas.openxmlformats.org/drawingml/2006/main">
              <a:ext uri="{FF2B5EF4-FFF2-40B4-BE49-F238E27FC236}">
                <a16:creationId xmlns:a16="http://schemas.microsoft.com/office/drawing/2014/main" id="{DF2225F8-F245-E2C2-DC15-E42EE8ED9D23}"/>
              </a:ext>
            </a:extLst>
          </p:cNvPr>
          <p:cNvSpPr>
            <a:spLocks xmlns:a="http://schemas.openxmlformats.org/drawingml/2006/main" noGrp="1"/>
          </p:cNvSpPr>
          <p:nvPr/>
        </p:nvSpPr>
        <p:spPr>
          <a:xfrm xmlns:a="http://schemas.openxmlformats.org/drawingml/2006/main">
            <a:off x="2514600" y="3370888"/>
            <a:ext cx="50292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OUTPUTS</a:t>
            </a:r>
          </a:p>
        </p:txBody>
      </p:sp>
      <p:sp>
        <p:nvSpPr>
          <p:cNvPr id="23" name="TextBox 22">
            <a:extLst xmlns:a="http://schemas.openxmlformats.org/drawingml/2006/main">
              <a:ext uri="{FF2B5EF4-FFF2-40B4-BE49-F238E27FC236}">
                <a16:creationId xmlns:a16="http://schemas.microsoft.com/office/drawing/2014/main" id="{7EBBF324-1B5D-CD12-1679-894DD5822215}"/>
              </a:ext>
            </a:extLst>
          </p:cNvPr>
          <p:cNvSpPr>
            <a:spLocks xmlns:a="http://schemas.openxmlformats.org/drawingml/2006/main" noGrp="1"/>
          </p:cNvSpPr>
          <p:nvPr/>
        </p:nvSpPr>
        <p:spPr>
          <a:xfrm xmlns:a="http://schemas.openxmlformats.org/drawingml/2006/main">
            <a:off x="2772184" y="260472"/>
            <a:ext cx="502920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OUTPUTS</a:t>
            </a:r>
          </a:p>
        </p:txBody>
      </p:sp>
      <p:pic>
        <p:nvPicPr>
          <p:cNvPr id="41" name="Picture 40">
            <a:extLst xmlns:a="http://schemas.openxmlformats.org/drawingml/2006/main">
              <a:ext uri="{FF2B5EF4-FFF2-40B4-BE49-F238E27FC236}">
                <a16:creationId xmlns:a16="http://schemas.microsoft.com/office/drawing/2014/main" id="{233B4ED4-EF46-4F8B-ABA5-4CC404316EE2}"/>
              </a:ext>
            </a:extLst>
          </p:cNvPr>
          <p:cNvPicPr>
            <a:picLocks xmlns:a="http://schemas.openxmlformats.org/drawingml/2006/main" noChangeAspect="1"/>
          </p:cNvPicPr>
          <p:nvPr/>
        </p:nvPicPr>
        <p:blipFill>
          <a:blip xmlns:r="http://schemas.openxmlformats.org/officeDocument/2006/relationships" xmlns:a="http://schemas.openxmlformats.org/drawingml/2006/main" r:embed="Rc50105e646474036"/>
          <a:srcRect xmlns:a="http://schemas.openxmlformats.org/drawingml/2006/main" l="0" t="0" r="0" b="0"/>
          <a:stretch xmlns:a="http://schemas.openxmlformats.org/drawingml/2006/main">
            <a:fillRect l="0" t="0" r="0" b="0"/>
          </a:stretch>
        </p:blipFill>
        <p:spPr>
          <a:xfrm xmlns:a="http://schemas.openxmlformats.org/drawingml/2006/main">
            <a:off x="300910" y="1076580"/>
            <a:ext cx="4722892" cy="2417269"/>
          </a:xfrm>
          <a:prstGeom xmlns:a="http://schemas.openxmlformats.org/drawingml/2006/main" prst="rect">
            <a:avLst/>
          </a:prstGeom>
        </p:spPr>
      </p:pic>
      <p:pic>
        <p:nvPicPr>
          <p:cNvPr id="43" name="Picture 42">
            <a:extLst xmlns:a="http://schemas.openxmlformats.org/drawingml/2006/main">
              <a:ext uri="{FF2B5EF4-FFF2-40B4-BE49-F238E27FC236}">
                <a16:creationId xmlns:a16="http://schemas.microsoft.com/office/drawing/2014/main" id="{4FFB49DE-CFFD-46E3-8F0B-F6408CBE7626}"/>
              </a:ext>
            </a:extLst>
          </p:cNvPr>
          <p:cNvPicPr>
            <a:picLocks xmlns:a="http://schemas.openxmlformats.org/drawingml/2006/main" noChangeAspect="1"/>
          </p:cNvPicPr>
          <p:nvPr/>
        </p:nvPicPr>
        <p:blipFill>
          <a:blip xmlns:r="http://schemas.openxmlformats.org/officeDocument/2006/relationships" xmlns:a="http://schemas.openxmlformats.org/drawingml/2006/main" r:embed="Rb440df24fbec4748"/>
          <a:srcRect xmlns:a="http://schemas.openxmlformats.org/drawingml/2006/main" l="0" t="0" r="0" b="0"/>
          <a:stretch xmlns:a="http://schemas.openxmlformats.org/drawingml/2006/main">
            <a:fillRect l="0" t="0" r="0" b="0"/>
          </a:stretch>
        </p:blipFill>
        <p:spPr>
          <a:xfrm xmlns:a="http://schemas.openxmlformats.org/drawingml/2006/main">
            <a:off x="5023802" y="969278"/>
            <a:ext cx="4926829" cy="2518790"/>
          </a:xfrm>
          <a:prstGeom xmlns:a="http://schemas.openxmlformats.org/drawingml/2006/main" prst="rect">
            <a:avLst/>
          </a:prstGeom>
        </p:spPr>
      </p:pic>
      <p:pic>
        <p:nvPicPr>
          <p:cNvPr id="45" name="Picture 44">
            <a:extLst xmlns:a="http://schemas.openxmlformats.org/drawingml/2006/main">
              <a:ext uri="{FF2B5EF4-FFF2-40B4-BE49-F238E27FC236}">
                <a16:creationId xmlns:a16="http://schemas.microsoft.com/office/drawing/2014/main" id="{6F12CDC5-57F7-46A7-B8E6-7F9C12B4A329}"/>
              </a:ext>
            </a:extLst>
          </p:cNvPr>
          <p:cNvPicPr>
            <a:picLocks xmlns:a="http://schemas.openxmlformats.org/drawingml/2006/main" noChangeAspect="1"/>
          </p:cNvPicPr>
          <p:nvPr/>
        </p:nvPicPr>
        <p:blipFill>
          <a:blip xmlns:r="http://schemas.openxmlformats.org/officeDocument/2006/relationships" xmlns:a="http://schemas.openxmlformats.org/drawingml/2006/main" r:embed="R05c82878330d4ee4"/>
          <a:srcRect xmlns:a="http://schemas.openxmlformats.org/drawingml/2006/main" l="0" t="0" r="0" b="0"/>
          <a:stretch xmlns:a="http://schemas.openxmlformats.org/drawingml/2006/main">
            <a:fillRect l="0" t="0" r="0" b="0"/>
          </a:stretch>
        </p:blipFill>
        <p:spPr>
          <a:xfrm xmlns:a="http://schemas.openxmlformats.org/drawingml/2006/main">
            <a:off x="362908" y="4114800"/>
            <a:ext cx="4598896" cy="2707347"/>
          </a:xfrm>
          <a:prstGeom xmlns:a="http://schemas.openxmlformats.org/drawingml/2006/main" prst="rect">
            <a:avLst/>
          </a:prstGeom>
        </p:spPr>
      </p:pic>
      <p:pic>
        <p:nvPicPr>
          <p:cNvPr id="47" name="Picture 46">
            <a:extLst xmlns:a="http://schemas.openxmlformats.org/drawingml/2006/main">
              <a:ext uri="{FF2B5EF4-FFF2-40B4-BE49-F238E27FC236}">
                <a16:creationId xmlns:a16="http://schemas.microsoft.com/office/drawing/2014/main" id="{A4753B0C-610B-46C3-A2D7-93E7A3AFB6BE}"/>
              </a:ext>
            </a:extLst>
          </p:cNvPr>
          <p:cNvPicPr>
            <a:picLocks xmlns:a="http://schemas.openxmlformats.org/drawingml/2006/main" noChangeAspect="1"/>
          </p:cNvPicPr>
          <p:nvPr/>
        </p:nvPicPr>
        <p:blipFill>
          <a:blip xmlns:r="http://schemas.openxmlformats.org/officeDocument/2006/relationships" xmlns:a="http://schemas.openxmlformats.org/drawingml/2006/main" r:embed="R5e6c1731f7d145c7"/>
          <a:srcRect xmlns:a="http://schemas.openxmlformats.org/drawingml/2006/main" l="0" t="0" r="0" b="0"/>
          <a:stretch xmlns:a="http://schemas.openxmlformats.org/drawingml/2006/main">
            <a:fillRect l="0" t="0" r="0" b="0"/>
          </a:stretch>
        </p:blipFill>
        <p:spPr>
          <a:xfrm xmlns:a="http://schemas.openxmlformats.org/drawingml/2006/main">
            <a:off x="5023802" y="4298277"/>
            <a:ext cx="4598896" cy="2518790"/>
          </a:xfrm>
          <a:prstGeom xmlns:a="http://schemas.openxmlformats.org/drawingml/2006/main" prst="rect">
            <a:avLst/>
          </a:prstGeom>
        </p:spPr>
      </p:pic>
      <p:sp>
        <p:nvSpPr>
          <p:cNvPr id="48" name="TextBox 47">
            <a:extLst xmlns:a="http://schemas.openxmlformats.org/drawingml/2006/main">
              <a:ext uri="{FF2B5EF4-FFF2-40B4-BE49-F238E27FC236}">
                <a16:creationId xmlns:a16="http://schemas.microsoft.com/office/drawing/2014/main" id="{19BCB2A1-5448-29DA-A52B-57D7FC3BA08A}"/>
              </a:ext>
            </a:extLst>
          </p:cNvPr>
          <p:cNvSpPr>
            <a:spLocks xmlns:a="http://schemas.openxmlformats.org/drawingml/2006/main" noGrp="1"/>
          </p:cNvSpPr>
          <p:nvPr/>
        </p:nvSpPr>
        <p:spPr>
          <a:xfrm xmlns:a="http://schemas.openxmlformats.org/drawingml/2006/main">
            <a:off x="990600" y="3581400"/>
            <a:ext cx="30480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Fig1 Product catalog</a:t>
            </a:r>
          </a:p>
        </p:txBody>
      </p:sp>
      <p:sp>
        <p:nvSpPr>
          <p:cNvPr id="50" name="TextBox 49">
            <a:extLst xmlns:a="http://schemas.openxmlformats.org/drawingml/2006/main">
              <a:ext uri="{FF2B5EF4-FFF2-40B4-BE49-F238E27FC236}">
                <a16:creationId xmlns:a16="http://schemas.microsoft.com/office/drawing/2014/main" id="{CB41A56E-51CF-09BA-48FC-636700B5DC4F}"/>
              </a:ext>
            </a:extLst>
          </p:cNvPr>
          <p:cNvSpPr>
            <a:spLocks xmlns:a="http://schemas.openxmlformats.org/drawingml/2006/main" noGrp="1"/>
          </p:cNvSpPr>
          <p:nvPr/>
        </p:nvSpPr>
        <p:spPr>
          <a:xfrm xmlns:a="http://schemas.openxmlformats.org/drawingml/2006/main">
            <a:off x="6477000" y="3611496"/>
            <a:ext cx="50292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Fig2 Product details</a:t>
            </a:r>
          </a:p>
        </p:txBody>
      </p:sp>
      <p:sp>
        <p:nvSpPr>
          <p:cNvPr id="52" name="TextBox 51">
            <a:extLst xmlns:a="http://schemas.openxmlformats.org/drawingml/2006/main">
              <a:ext uri="{FF2B5EF4-FFF2-40B4-BE49-F238E27FC236}">
                <a16:creationId xmlns:a16="http://schemas.microsoft.com/office/drawing/2014/main" id="{6B90D5CC-81E1-A54C-D4E3-EA960483EDF3}"/>
              </a:ext>
            </a:extLst>
          </p:cNvPr>
          <p:cNvSpPr>
            <a:spLocks xmlns:a="http://schemas.openxmlformats.org/drawingml/2006/main" noGrp="1"/>
          </p:cNvSpPr>
          <p:nvPr/>
        </p:nvSpPr>
        <p:spPr>
          <a:xfrm xmlns:a="http://schemas.openxmlformats.org/drawingml/2006/main">
            <a:off x="1448672" y="7068092"/>
            <a:ext cx="575564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Fig3 Shopping cart</a:t>
            </a:r>
          </a:p>
        </p:txBody>
      </p:sp>
      <p:sp>
        <p:nvSpPr>
          <p:cNvPr id="54" name="TextBox 53">
            <a:extLst xmlns:a="http://schemas.openxmlformats.org/drawingml/2006/main">
              <a:ext uri="{FF2B5EF4-FFF2-40B4-BE49-F238E27FC236}">
                <a16:creationId xmlns:a16="http://schemas.microsoft.com/office/drawing/2014/main" id="{BDAD6AD6-B634-D12F-817E-62D7645E4ADF}"/>
              </a:ext>
            </a:extLst>
          </p:cNvPr>
          <p:cNvSpPr>
            <a:spLocks xmlns:a="http://schemas.openxmlformats.org/drawingml/2006/main" noGrp="1"/>
          </p:cNvSpPr>
          <p:nvPr/>
        </p:nvSpPr>
        <p:spPr>
          <a:xfrm xmlns:a="http://schemas.openxmlformats.org/drawingml/2006/main">
            <a:off x="6172200" y="7031701"/>
            <a:ext cx="575564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Fig4 Order invoice</a:t>
            </a:r>
          </a:p>
        </p:txBody>
      </p:sp>
    </p:spTree>
    <p:extLst>
      <p:ext uri="{BB962C8B-B14F-4D97-AF65-F5344CB8AC3E}">
        <p14:creationId xmlns:p14="http://schemas.microsoft.com/office/powerpoint/2010/main" val="2087794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TextBox 14">
            <a:extLst xmlns:a="http://schemas.openxmlformats.org/drawingml/2006/main">
              <a:ext uri="{FF2B5EF4-FFF2-40B4-BE49-F238E27FC236}">
                <a16:creationId xmlns:a16="http://schemas.microsoft.com/office/drawing/2014/main" id="{04C056A7-8D62-A499-9E55-B29EAA4F5635}"/>
              </a:ext>
            </a:extLst>
          </p:cNvPr>
          <p:cNvSpPr>
            <a:spLocks xmlns:a="http://schemas.openxmlformats.org/drawingml/2006/main" noGrp="1"/>
          </p:cNvSpPr>
          <p:nvPr/>
        </p:nvSpPr>
        <p:spPr>
          <a:xfrm xmlns:a="http://schemas.openxmlformats.org/drawingml/2006/main">
            <a:off x="2895600" y="256264"/>
            <a:ext cx="1622743"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OUTPUTS</a:t>
            </a:r>
          </a:p>
        </p:txBody>
      </p:sp>
      <p:pic>
        <p:nvPicPr>
          <p:cNvPr id="9" name="object 3">
            <a:extLst xmlns:a="http://schemas.openxmlformats.org/drawingml/2006/main">
              <a:ext uri="{FF2B5EF4-FFF2-40B4-BE49-F238E27FC236}">
                <a16:creationId xmlns:a16="http://schemas.microsoft.com/office/drawing/2014/main" id="{635B9BCD-3B10-46EE-9911-CD670B5C40F4}"/>
              </a:ext>
            </a:extLst>
          </p:cNvPr>
          <p:cNvPicPr>
            <a:picLocks xmlns:a="http://schemas.openxmlformats.org/drawingml/2006/main" noChangeAspect="1"/>
          </p:cNvPicPr>
          <p:nvPr/>
        </p:nvPicPr>
        <p:blipFill>
          <a:blip xmlns:r="http://schemas.openxmlformats.org/officeDocument/2006/relationships" xmlns:a="http://schemas.openxmlformats.org/drawingml/2006/main" r:embed="Rd5f6c8176d9041bf"/>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pic>
        <p:nvPicPr>
          <p:cNvPr id="11" name="object 4">
            <a:extLst xmlns:a="http://schemas.openxmlformats.org/drawingml/2006/main">
              <a:ext uri="{FF2B5EF4-FFF2-40B4-BE49-F238E27FC236}">
                <a16:creationId xmlns:a16="http://schemas.microsoft.com/office/drawing/2014/main" id="{95448284-99BD-4067-8F71-ED5DC6E4BDD4}"/>
              </a:ext>
            </a:extLst>
          </p:cNvPr>
          <p:cNvPicPr>
            <a:picLocks xmlns:a="http://schemas.openxmlformats.org/drawingml/2006/main" noChangeAspect="1"/>
          </p:cNvPicPr>
          <p:nvPr/>
        </p:nvPicPr>
        <p:blipFill>
          <a:blip xmlns:r="http://schemas.openxmlformats.org/officeDocument/2006/relationships" xmlns:a="http://schemas.openxmlformats.org/drawingml/2006/main" r:embed="R012984ece5634b1d"/>
          <a:stretch xmlns:a="http://schemas.openxmlformats.org/drawingml/2006/main">
            <a:fillRect l="0" t="0" r="0" b="0"/>
          </a:stretch>
        </p:blipFill>
        <p:spPr>
          <a:xfrm xmlns:a="http://schemas.openxmlformats.org/drawingml/2006/main" rot="0" flipH="0" flipV="0">
            <a:off x="2772184" y="62190"/>
            <a:ext cx="5103904" cy="1198311"/>
          </a:xfrm>
          <a:prstGeom xmlns:a="http://schemas.openxmlformats.org/drawingml/2006/main" prst="rect">
            <a:avLst/>
          </a:prstGeom>
        </p:spPr>
      </p:pic>
      <p:pic>
        <p:nvPicPr>
          <p:cNvPr id="12" name="object 5">
            <a:extLst xmlns:a="http://schemas.openxmlformats.org/drawingml/2006/main">
              <a:ext uri="{FF2B5EF4-FFF2-40B4-BE49-F238E27FC236}">
                <a16:creationId xmlns:a16="http://schemas.microsoft.com/office/drawing/2014/main" id="{DE7267A3-748A-45A3-AA9B-A1EFE18DCB04}"/>
              </a:ext>
            </a:extLst>
          </p:cNvPr>
          <p:cNvPicPr>
            <a:picLocks xmlns:a="http://schemas.openxmlformats.org/drawingml/2006/main" noChangeAspect="1"/>
          </p:cNvPicPr>
          <p:nvPr/>
        </p:nvPicPr>
        <p:blipFill>
          <a:blip xmlns:r="http://schemas.openxmlformats.org/officeDocument/2006/relationships" xmlns:a="http://schemas.openxmlformats.org/drawingml/2006/main" r:embed="Rfee691a82d4b40e1"/>
          <a:stretch xmlns:a="http://schemas.openxmlformats.org/drawingml/2006/main">
            <a:fillRect l="0" t="0" r="0" b="0"/>
          </a:stretch>
        </p:blipFill>
        <p:spPr>
          <a:xfrm xmlns:a="http://schemas.openxmlformats.org/drawingml/2006/main" rot="0" flipH="0" flipV="0">
            <a:off x="2827191" y="101481"/>
            <a:ext cx="4997767" cy="1092279"/>
          </a:xfrm>
          <a:prstGeom xmlns:a="http://schemas.openxmlformats.org/drawingml/2006/main" prst="rect">
            <a:avLst/>
          </a:prstGeom>
        </p:spPr>
      </p:pic>
      <p:pic>
        <p:nvPicPr>
          <p:cNvPr id="13" name="object 6">
            <a:extLst xmlns:a="http://schemas.openxmlformats.org/drawingml/2006/main">
              <a:ext uri="{FF2B5EF4-FFF2-40B4-BE49-F238E27FC236}">
                <a16:creationId xmlns:a16="http://schemas.microsoft.com/office/drawing/2014/main" id="{90A83529-595C-48F4-9A77-C59D65F145C4}"/>
              </a:ext>
            </a:extLst>
          </p:cNvPr>
          <p:cNvPicPr>
            <a:picLocks xmlns:a="http://schemas.openxmlformats.org/drawingml/2006/main" noChangeAspect="1"/>
          </p:cNvPicPr>
          <p:nvPr/>
        </p:nvPicPr>
        <p:blipFill>
          <a:blip xmlns:r="http://schemas.openxmlformats.org/officeDocument/2006/relationships" xmlns:a="http://schemas.openxmlformats.org/drawingml/2006/main" r:embed="R847cd0f12ad94274"/>
          <a:stretch xmlns:a="http://schemas.openxmlformats.org/drawingml/2006/main">
            <a:fillRect l="0" t="0" r="0" b="0"/>
          </a:stretch>
        </p:blipFill>
        <p:spPr>
          <a:xfrm xmlns:a="http://schemas.openxmlformats.org/drawingml/2006/main" rot="0" flipH="0" flipV="0">
            <a:off x="2952921" y="258591"/>
            <a:ext cx="4585268" cy="522565"/>
          </a:xfrm>
          <a:prstGeom xmlns:a="http://schemas.openxmlformats.org/drawingml/2006/main" prst="rect">
            <a:avLst/>
          </a:prstGeom>
        </p:spPr>
      </p:pic>
      <p:sp>
        <p:nvSpPr>
          <p:cNvPr id="14" name="object 7">
            <a:extLst xmlns:a="http://schemas.openxmlformats.org/drawingml/2006/main">
              <a:ext uri="{FF2B5EF4-FFF2-40B4-BE49-F238E27FC236}">
                <a16:creationId xmlns:a16="http://schemas.microsoft.com/office/drawing/2014/main" id="{76EAF6B8-7362-782C-4A92-DE6B90567C6F}"/>
              </a:ext>
            </a:extLst>
          </p:cNvPr>
          <p:cNvSpPr>
            <a:spLocks xmlns:a="http://schemas.openxmlformats.org/drawingml/2006/main" noGrp="1"/>
          </p:cNvSpPr>
          <p:nvPr/>
        </p:nvSpPr>
        <p:spPr>
          <a:xfrm xmlns:a="http://schemas.openxmlformats.org/drawingml/2006/main" rot="0" flipH="0" flipV="0">
            <a:off x="3007927" y="297934"/>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21" name="TextBox 20">
            <a:extLst xmlns:a="http://schemas.openxmlformats.org/drawingml/2006/main">
              <a:ext uri="{FF2B5EF4-FFF2-40B4-BE49-F238E27FC236}">
                <a16:creationId xmlns:a16="http://schemas.microsoft.com/office/drawing/2014/main" id="{C46D0539-E759-879D-3800-A7C61A4C506B}"/>
              </a:ext>
            </a:extLst>
          </p:cNvPr>
          <p:cNvSpPr>
            <a:spLocks xmlns:a="http://schemas.openxmlformats.org/drawingml/2006/main" noGrp="1"/>
          </p:cNvSpPr>
          <p:nvPr/>
        </p:nvSpPr>
        <p:spPr>
          <a:xfrm xmlns:a="http://schemas.openxmlformats.org/drawingml/2006/main">
            <a:off x="2514600" y="3370888"/>
            <a:ext cx="50292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OUTPUTS</a:t>
            </a:r>
          </a:p>
        </p:txBody>
      </p:sp>
      <p:sp>
        <p:nvSpPr>
          <p:cNvPr id="23" name="TextBox 22">
            <a:extLst xmlns:a="http://schemas.openxmlformats.org/drawingml/2006/main">
              <a:ext uri="{FF2B5EF4-FFF2-40B4-BE49-F238E27FC236}">
                <a16:creationId xmlns:a16="http://schemas.microsoft.com/office/drawing/2014/main" id="{3B4FC516-1868-6227-0C2D-AF61B5BE2FF1}"/>
              </a:ext>
            </a:extLst>
          </p:cNvPr>
          <p:cNvSpPr>
            <a:spLocks xmlns:a="http://schemas.openxmlformats.org/drawingml/2006/main" noGrp="1"/>
          </p:cNvSpPr>
          <p:nvPr/>
        </p:nvSpPr>
        <p:spPr>
          <a:xfrm xmlns:a="http://schemas.openxmlformats.org/drawingml/2006/main">
            <a:off x="2772184" y="260472"/>
            <a:ext cx="502920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OUTPUTS</a:t>
            </a:r>
          </a:p>
        </p:txBody>
      </p:sp>
      <p:pic>
        <p:nvPicPr>
          <p:cNvPr id="3" name="Picture 2">
            <a:extLst xmlns:a="http://schemas.openxmlformats.org/drawingml/2006/main">
              <a:ext uri="{FF2B5EF4-FFF2-40B4-BE49-F238E27FC236}">
                <a16:creationId xmlns:a16="http://schemas.microsoft.com/office/drawing/2014/main" id="{543F4D46-17D0-496B-A232-39EFA679BC52}"/>
              </a:ext>
            </a:extLst>
          </p:cNvPr>
          <p:cNvPicPr>
            <a:picLocks xmlns:a="http://schemas.openxmlformats.org/drawingml/2006/main" noChangeAspect="1"/>
          </p:cNvPicPr>
          <p:nvPr/>
        </p:nvPicPr>
        <p:blipFill>
          <a:blip xmlns:r="http://schemas.openxmlformats.org/officeDocument/2006/relationships" xmlns:a="http://schemas.openxmlformats.org/drawingml/2006/main" r:embed="R705aba9dbe36477a"/>
          <a:srcRect xmlns:a="http://schemas.openxmlformats.org/drawingml/2006/main" l="0" t="0" r="0" b="0"/>
          <a:stretch xmlns:a="http://schemas.openxmlformats.org/drawingml/2006/main">
            <a:fillRect l="0" t="0" r="0" b="0"/>
          </a:stretch>
        </p:blipFill>
        <p:spPr>
          <a:xfrm xmlns:a="http://schemas.openxmlformats.org/drawingml/2006/main">
            <a:off x="130781" y="1458783"/>
            <a:ext cx="4898419" cy="3128208"/>
          </a:xfrm>
          <a:prstGeom xmlns:a="http://schemas.openxmlformats.org/drawingml/2006/main" prst="rect">
            <a:avLst/>
          </a:prstGeom>
        </p:spPr>
      </p:pic>
      <p:pic>
        <p:nvPicPr>
          <p:cNvPr id="5" name="Picture 4">
            <a:extLst xmlns:a="http://schemas.openxmlformats.org/drawingml/2006/main">
              <a:ext uri="{FF2B5EF4-FFF2-40B4-BE49-F238E27FC236}">
                <a16:creationId xmlns:a16="http://schemas.microsoft.com/office/drawing/2014/main" id="{31E62E23-5761-4E5E-98A3-FDD1AD195068}"/>
              </a:ext>
            </a:extLst>
          </p:cNvPr>
          <p:cNvPicPr>
            <a:picLocks xmlns:a="http://schemas.openxmlformats.org/drawingml/2006/main" noChangeAspect="1"/>
          </p:cNvPicPr>
          <p:nvPr/>
        </p:nvPicPr>
        <p:blipFill>
          <a:blip xmlns:r="http://schemas.openxmlformats.org/officeDocument/2006/relationships" xmlns:a="http://schemas.openxmlformats.org/drawingml/2006/main" r:embed="Re7ea6fe3549746a8"/>
          <a:srcRect xmlns:a="http://schemas.openxmlformats.org/drawingml/2006/main" l="0" t="0" r="0" b="0"/>
          <a:stretch xmlns:a="http://schemas.openxmlformats.org/drawingml/2006/main">
            <a:fillRect l="0" t="0" r="0" b="0"/>
          </a:stretch>
        </p:blipFill>
        <p:spPr>
          <a:xfrm xmlns:a="http://schemas.openxmlformats.org/drawingml/2006/main">
            <a:off x="5219642" y="1458783"/>
            <a:ext cx="4637093" cy="3128209"/>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CEBC8F3-7051-919B-9789-FFFFEE923461}"/>
              </a:ext>
            </a:extLst>
          </p:cNvPr>
          <p:cNvSpPr>
            <a:spLocks xmlns:a="http://schemas.openxmlformats.org/drawingml/2006/main" noGrp="1"/>
          </p:cNvSpPr>
          <p:nvPr/>
        </p:nvSpPr>
        <p:spPr>
          <a:xfrm xmlns:a="http://schemas.openxmlformats.org/drawingml/2006/main">
            <a:off x="1453752" y="4791937"/>
            <a:ext cx="50292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Fig5 Product inventory</a:t>
            </a:r>
          </a:p>
        </p:txBody>
      </p:sp>
      <p:sp>
        <p:nvSpPr>
          <p:cNvPr id="16" name="TextBox 15">
            <a:extLst xmlns:a="http://schemas.openxmlformats.org/drawingml/2006/main">
              <a:ext uri="{FF2B5EF4-FFF2-40B4-BE49-F238E27FC236}">
                <a16:creationId xmlns:a16="http://schemas.microsoft.com/office/drawing/2014/main" id="{97821C7E-9E57-6F48-4CFF-7477171A2EB6}"/>
              </a:ext>
            </a:extLst>
          </p:cNvPr>
          <p:cNvSpPr>
            <a:spLocks xmlns:a="http://schemas.openxmlformats.org/drawingml/2006/main" noGrp="1"/>
          </p:cNvSpPr>
          <p:nvPr/>
        </p:nvSpPr>
        <p:spPr>
          <a:xfrm xmlns:a="http://schemas.openxmlformats.org/drawingml/2006/main">
            <a:off x="6090048" y="4779545"/>
            <a:ext cx="50292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Fig6 Admin dashboard</a:t>
            </a:r>
          </a:p>
        </p:txBody>
      </p:sp>
    </p:spTree>
    <p:extLst>
      <p:ext uri="{BB962C8B-B14F-4D97-AF65-F5344CB8AC3E}">
        <p14:creationId xmlns:p14="http://schemas.microsoft.com/office/powerpoint/2010/main" val="6943978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C8C0D95F-0CFC-46FA-A4AD-E2D1098CF4FC}"/>
              </a:ext>
            </a:extLst>
          </p:cNvPr>
          <p:cNvPicPr>
            <a:picLocks xmlns:a="http://schemas.openxmlformats.org/drawingml/2006/main" noChangeAspect="1"/>
          </p:cNvPicPr>
          <p:nvPr/>
        </p:nvPicPr>
        <p:blipFill>
          <a:blip xmlns:r="http://schemas.openxmlformats.org/officeDocument/2006/relationships" xmlns:a="http://schemas.openxmlformats.org/drawingml/2006/main" r:embed="R7212d7f9feb042bb"/>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99352DE7-B71C-4D19-A80E-BD4BB8EDB2C2}"/>
              </a:ext>
            </a:extLst>
          </p:cNvPr>
          <p:cNvPicPr>
            <a:picLocks xmlns:a="http://schemas.openxmlformats.org/drawingml/2006/main" noChangeAspect="1"/>
          </p:cNvPicPr>
          <p:nvPr/>
        </p:nvPicPr>
        <p:blipFill>
          <a:blip xmlns:r="http://schemas.openxmlformats.org/officeDocument/2006/relationships" xmlns:a="http://schemas.openxmlformats.org/drawingml/2006/main" r:embed="Rf217d67ecf9b4570"/>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5D4F221F-ECBD-4DE4-B0AA-C061C549B3D0}"/>
              </a:ext>
            </a:extLst>
          </p:cNvPr>
          <p:cNvPicPr>
            <a:picLocks xmlns:a="http://schemas.openxmlformats.org/drawingml/2006/main" noChangeAspect="1"/>
          </p:cNvPicPr>
          <p:nvPr/>
        </p:nvPicPr>
        <p:blipFill>
          <a:blip xmlns:r="http://schemas.openxmlformats.org/officeDocument/2006/relationships" xmlns:a="http://schemas.openxmlformats.org/drawingml/2006/main" r:embed="Rbc1d78c12b874ff9"/>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Modules</a:t>
            </a:r>
          </a:p>
        </p:txBody>
      </p:sp>
      <p:pic>
        <p:nvPicPr>
          <p:cNvPr id="10" name="object 3">
            <a:extLst xmlns:a="http://schemas.openxmlformats.org/drawingml/2006/main">
              <a:ext uri="{FF2B5EF4-FFF2-40B4-BE49-F238E27FC236}">
                <a16:creationId xmlns:a16="http://schemas.microsoft.com/office/drawing/2014/main" id="{C34EAFDD-D8AC-494E-B109-B2E209B5F17B}"/>
              </a:ext>
            </a:extLst>
          </p:cNvPr>
          <p:cNvPicPr>
            <a:picLocks xmlns:a="http://schemas.openxmlformats.org/drawingml/2006/main" noChangeAspect="1"/>
          </p:cNvPicPr>
          <p:nvPr/>
        </p:nvPicPr>
        <p:blipFill>
          <a:blip xmlns:r="http://schemas.openxmlformats.org/officeDocument/2006/relationships" xmlns:a="http://schemas.openxmlformats.org/drawingml/2006/main" r:embed="R6319c8c60b064ff4"/>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D9BD279C-5EE7-4A86-9C82-C7BA178C1993}"/>
              </a:ext>
            </a:extLst>
          </p:cNvPr>
          <p:cNvSpPr>
            <a:spLocks xmlns:a="http://schemas.openxmlformats.org/drawingml/2006/main" noGrp="1"/>
          </p:cNvSpPr>
          <p:nvPr/>
        </p:nvSpPr>
        <p:spPr>
          <a:xfrm xmlns:a="http://schemas.openxmlformats.org/drawingml/2006/main">
            <a:off x="548640" y="1508760"/>
            <a:ext cx="2834640" cy="562356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D62A0D77-9C61-4B63-A5D8-8A2F8E25A11C}"/>
              </a:ext>
            </a:extLst>
          </p:cNvPr>
          <p:cNvSpPr>
            <a:spLocks xmlns:a="http://schemas.openxmlformats.org/drawingml/2006/main" noGrp="1"/>
          </p:cNvSpPr>
          <p:nvPr/>
        </p:nvSpPr>
        <p:spPr>
          <a:xfrm xmlns:a="http://schemas.openxmlformats.org/drawingml/2006/main">
            <a:off x="1600200" y="1645920"/>
            <a:ext cx="731520" cy="73152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600" b="1" i="0">
                <a:solidFill>
                  <a:srgbClr val="FFFFFF"/>
                </a:solidFill>
                <a:latin typeface="Times New Roman"/>
                <a:ea typeface="Times New Roman"/>
                <a:cs typeface="Times New Roman"/>
              </a:rPr>
              <a:t>C</a:t>
            </a:r>
          </a:p>
        </p:txBody>
      </p:sp>
      <p:sp>
        <p:nvSpPr>
          <p:cNvPr id="13" name="TextBox 12">
            <a:extLst xmlns:a="http://schemas.openxmlformats.org/drawingml/2006/main">
              <a:ext uri="{FF2B5EF4-FFF2-40B4-BE49-F238E27FC236}">
                <a16:creationId xmlns:a16="http://schemas.microsoft.com/office/drawing/2014/main" id="{28DA4364-06E3-4834-B25D-B1746DB83B69}"/>
              </a:ext>
            </a:extLst>
          </p:cNvPr>
          <p:cNvSpPr>
            <a:spLocks xmlns:a="http://schemas.openxmlformats.org/drawingml/2006/main" noGrp="1"/>
          </p:cNvSpPr>
          <p:nvPr/>
        </p:nvSpPr>
        <p:spPr>
          <a:xfrm xmlns:a="http://schemas.openxmlformats.org/drawingml/2006/main">
            <a:off x="640080" y="2450592"/>
            <a:ext cx="2651760" cy="396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2000" b="1" i="0">
                <a:solidFill>
                  <a:srgbClr val="FF6600"/>
                </a:solidFill>
                <a:latin typeface="Times New Roman"/>
                <a:ea typeface="Times New Roman"/>
                <a:cs typeface="Times New Roman"/>
              </a:rPr>
              <a:t>Customer</a:t>
            </a:r>
          </a:p>
        </p:txBody>
      </p:sp>
      <p:sp>
        <p:nvSpPr>
          <p:cNvPr id="14" name="TextBox 13">
            <a:extLst xmlns:a="http://schemas.openxmlformats.org/drawingml/2006/main">
              <a:ext uri="{FF2B5EF4-FFF2-40B4-BE49-F238E27FC236}">
                <a16:creationId xmlns:a16="http://schemas.microsoft.com/office/drawing/2014/main" id="{A84E1310-7796-4801-85CE-4E5B123EF8EA}"/>
              </a:ext>
            </a:extLst>
          </p:cNvPr>
          <p:cNvSpPr>
            <a:spLocks xmlns:a="http://schemas.openxmlformats.org/drawingml/2006/main" noGrp="1"/>
          </p:cNvSpPr>
          <p:nvPr/>
        </p:nvSpPr>
        <p:spPr>
          <a:xfrm xmlns:a="http://schemas.openxmlformats.org/drawingml/2006/main">
            <a:off x="731520" y="2971800"/>
            <a:ext cx="2560320" cy="23774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Register and sign in</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Browse product categories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Search and sort products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Add products to the cart</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Place orders with an address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View order history</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Request an order invoice</a:t>
            </a:r>
          </a:p>
        </p:txBody>
      </p:sp>
      <p:sp>
        <p:nvSpPr>
          <p:cNvPr id="15" name="Rounded Rectangle 14">
            <a:extLst xmlns:a="http://schemas.openxmlformats.org/drawingml/2006/main">
              <a:ext uri="{FF2B5EF4-FFF2-40B4-BE49-F238E27FC236}">
                <a16:creationId xmlns:a16="http://schemas.microsoft.com/office/drawing/2014/main" id="{AAC3C091-65CF-41D2-A4D2-B4A031A274E1}"/>
              </a:ext>
            </a:extLst>
          </p:cNvPr>
          <p:cNvSpPr>
            <a:spLocks xmlns:a="http://schemas.openxmlformats.org/drawingml/2006/main" noGrp="1"/>
          </p:cNvSpPr>
          <p:nvPr/>
        </p:nvSpPr>
        <p:spPr>
          <a:xfrm xmlns:a="http://schemas.openxmlformats.org/drawingml/2006/main">
            <a:off x="3593592" y="1508760"/>
            <a:ext cx="2834640" cy="562356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A3095D3D-7C5D-47FC-ADB8-7CC9FD6CD384}"/>
              </a:ext>
            </a:extLst>
          </p:cNvPr>
          <p:cNvSpPr>
            <a:spLocks xmlns:a="http://schemas.openxmlformats.org/drawingml/2006/main" noGrp="1"/>
          </p:cNvSpPr>
          <p:nvPr/>
        </p:nvSpPr>
        <p:spPr>
          <a:xfrm xmlns:a="http://schemas.openxmlformats.org/drawingml/2006/main">
            <a:off x="4645152" y="1645920"/>
            <a:ext cx="731520" cy="73152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600" b="1" i="0">
                <a:solidFill>
                  <a:srgbClr val="FFFFFF"/>
                </a:solidFill>
                <a:latin typeface="Times New Roman"/>
                <a:ea typeface="Times New Roman"/>
                <a:cs typeface="Times New Roman"/>
              </a:rPr>
              <a:t>S</a:t>
            </a:r>
          </a:p>
        </p:txBody>
      </p:sp>
      <p:sp>
        <p:nvSpPr>
          <p:cNvPr id="17" name="TextBox 16">
            <a:extLst xmlns:a="http://schemas.openxmlformats.org/drawingml/2006/main">
              <a:ext uri="{FF2B5EF4-FFF2-40B4-BE49-F238E27FC236}">
                <a16:creationId xmlns:a16="http://schemas.microsoft.com/office/drawing/2014/main" id="{336E8BA0-447A-4DE9-95FB-F3900D88FDDC}"/>
              </a:ext>
            </a:extLst>
          </p:cNvPr>
          <p:cNvSpPr>
            <a:spLocks xmlns:a="http://schemas.openxmlformats.org/drawingml/2006/main" noGrp="1"/>
          </p:cNvSpPr>
          <p:nvPr/>
        </p:nvSpPr>
        <p:spPr>
          <a:xfrm xmlns:a="http://schemas.openxmlformats.org/drawingml/2006/main">
            <a:off x="3685032" y="2450592"/>
            <a:ext cx="2651760" cy="396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2000" b="1" i="0">
                <a:solidFill>
                  <a:srgbClr val="1B3F8B"/>
                </a:solidFill>
                <a:latin typeface="Times New Roman"/>
                <a:ea typeface="Times New Roman"/>
                <a:cs typeface="Times New Roman"/>
              </a:rPr>
              <a:t>Seller</a:t>
            </a:r>
          </a:p>
        </p:txBody>
      </p:sp>
      <p:sp>
        <p:nvSpPr>
          <p:cNvPr id="18" name="TextBox 17">
            <a:extLst xmlns:a="http://schemas.openxmlformats.org/drawingml/2006/main">
              <a:ext uri="{FF2B5EF4-FFF2-40B4-BE49-F238E27FC236}">
                <a16:creationId xmlns:a16="http://schemas.microsoft.com/office/drawing/2014/main" id="{D540A647-02C1-40C3-AEF8-E51304663CFF}"/>
              </a:ext>
            </a:extLst>
          </p:cNvPr>
          <p:cNvSpPr>
            <a:spLocks xmlns:a="http://schemas.openxmlformats.org/drawingml/2006/main" noGrp="1"/>
          </p:cNvSpPr>
          <p:nvPr/>
        </p:nvSpPr>
        <p:spPr>
          <a:xfrm xmlns:a="http://schemas.openxmlformats.org/drawingml/2006/main">
            <a:off x="3776472" y="2971800"/>
            <a:ext cx="2560320" cy="2606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Enable selling on an account</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Create own product listings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Upload local product photos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Edit product descriptions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Set prices and stock</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Pause or restore listings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Manage only owned products</a:t>
            </a:r>
          </a:p>
        </p:txBody>
      </p:sp>
      <p:sp>
        <p:nvSpPr>
          <p:cNvPr id="19" name="Rounded Rectangle 18">
            <a:extLst xmlns:a="http://schemas.openxmlformats.org/drawingml/2006/main">
              <a:ext uri="{FF2B5EF4-FFF2-40B4-BE49-F238E27FC236}">
                <a16:creationId xmlns:a16="http://schemas.microsoft.com/office/drawing/2014/main" id="{FAE816C0-EEEE-464E-9910-2DD049450350}"/>
              </a:ext>
            </a:extLst>
          </p:cNvPr>
          <p:cNvSpPr>
            <a:spLocks xmlns:a="http://schemas.openxmlformats.org/drawingml/2006/main" noGrp="1"/>
          </p:cNvSpPr>
          <p:nvPr/>
        </p:nvSpPr>
        <p:spPr>
          <a:xfrm xmlns:a="http://schemas.openxmlformats.org/drawingml/2006/main">
            <a:off x="6638544" y="1508760"/>
            <a:ext cx="2834640" cy="562356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7DABCFEC-0DC1-4E4C-AC28-8B7A615FA23D}"/>
              </a:ext>
            </a:extLst>
          </p:cNvPr>
          <p:cNvSpPr>
            <a:spLocks xmlns:a="http://schemas.openxmlformats.org/drawingml/2006/main" noGrp="1"/>
          </p:cNvSpPr>
          <p:nvPr/>
        </p:nvSpPr>
        <p:spPr>
          <a:xfrm xmlns:a="http://schemas.openxmlformats.org/drawingml/2006/main">
            <a:off x="7690104" y="1645920"/>
            <a:ext cx="731520" cy="73152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600" b="1" i="0">
                <a:solidFill>
                  <a:srgbClr val="FFFFFF"/>
                </a:solidFill>
                <a:latin typeface="Times New Roman"/>
                <a:ea typeface="Times New Roman"/>
                <a:cs typeface="Times New Roman"/>
              </a:rPr>
              <a:t>A</a:t>
            </a:r>
          </a:p>
        </p:txBody>
      </p:sp>
      <p:sp>
        <p:nvSpPr>
          <p:cNvPr id="21" name="TextBox 20">
            <a:extLst xmlns:a="http://schemas.openxmlformats.org/drawingml/2006/main">
              <a:ext uri="{FF2B5EF4-FFF2-40B4-BE49-F238E27FC236}">
                <a16:creationId xmlns:a16="http://schemas.microsoft.com/office/drawing/2014/main" id="{32280DDD-4FBA-4389-9AD6-2F9AE3B914AD}"/>
              </a:ext>
            </a:extLst>
          </p:cNvPr>
          <p:cNvSpPr>
            <a:spLocks xmlns:a="http://schemas.openxmlformats.org/drawingml/2006/main" noGrp="1"/>
          </p:cNvSpPr>
          <p:nvPr/>
        </p:nvSpPr>
        <p:spPr>
          <a:xfrm xmlns:a="http://schemas.openxmlformats.org/drawingml/2006/main">
            <a:off x="6729983" y="2450592"/>
            <a:ext cx="2651760" cy="396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2000" b="1" i="0">
                <a:solidFill>
                  <a:srgbClr val="FF6600"/>
                </a:solidFill>
                <a:latin typeface="Times New Roman"/>
                <a:ea typeface="Times New Roman"/>
                <a:cs typeface="Times New Roman"/>
              </a:rPr>
              <a:t>Administrator</a:t>
            </a:r>
          </a:p>
        </p:txBody>
      </p:sp>
      <p:sp>
        <p:nvSpPr>
          <p:cNvPr id="22" name="TextBox 21">
            <a:extLst xmlns:a="http://schemas.openxmlformats.org/drawingml/2006/main">
              <a:ext uri="{FF2B5EF4-FFF2-40B4-BE49-F238E27FC236}">
                <a16:creationId xmlns:a16="http://schemas.microsoft.com/office/drawing/2014/main" id="{EB3206ED-BC02-4F72-B4D1-D96AC84F407C}"/>
              </a:ext>
            </a:extLst>
          </p:cNvPr>
          <p:cNvSpPr>
            <a:spLocks xmlns:a="http://schemas.openxmlformats.org/drawingml/2006/main" noGrp="1"/>
          </p:cNvSpPr>
          <p:nvPr/>
        </p:nvSpPr>
        <p:spPr>
          <a:xfrm xmlns:a="http://schemas.openxmlformats.org/drawingml/2006/main">
            <a:off x="6821424" y="2971800"/>
            <a:ext cx="2560320" cy="3063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Use a separate admin login</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View order summaries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Search customers by name or email</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View customer order counts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Pause customer sign-in</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Manage only owned products</a:t>
            </a:r>
          </a:p>
          <a:p xmlns:a="http://schemas.openxmlformats.org/drawingml/2006/main">
            <a:pPr marL="228600" indent="-228600" algn="l">
              <a:spcAft>
                <a:spcPts val="900"/>
              </a:spcAft>
              <a:buClr>
                <a:srgbClr val="FF6600"/>
              </a:buClr>
              <a:buFont typeface="Arial"/>
              <a:buChar char="▪"/>
            </a:pPr>
            <a:r>
              <a:rPr sz="1500" b="0" i="0">
                <a:solidFill>
                  <a:srgbClr val="222222"/>
                </a:solidFill>
                <a:latin typeface="Times New Roman"/>
                <a:ea typeface="Times New Roman"/>
                <a:cs typeface="Times New Roman"/>
              </a:rPr>
              <a:t>Keep admin access separate from shopping</a:t>
            </a:r>
          </a:p>
        </p:txBody>
      </p:sp>
    </p:spTree>
    <p:extLst>
      <p:ext uri="{BB962C8B-B14F-4D97-AF65-F5344CB8AC3E}">
        <p14:creationId xmlns:p14="http://schemas.microsoft.com/office/powerpoint/2010/main" val="419021045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453726E2-5B40-4ADA-BD0F-2110A8AAAD43}"/>
              </a:ext>
            </a:extLst>
          </p:cNvPr>
          <p:cNvPicPr>
            <a:picLocks xmlns:a="http://schemas.openxmlformats.org/drawingml/2006/main" noChangeAspect="1"/>
          </p:cNvPicPr>
          <p:nvPr/>
        </p:nvPicPr>
        <p:blipFill>
          <a:blip xmlns:r="http://schemas.openxmlformats.org/officeDocument/2006/relationships" xmlns:a="http://schemas.openxmlformats.org/drawingml/2006/main" r:embed="R289bef634c944637"/>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C8CDDAEA-4B12-4B6E-984B-73B954E96353}"/>
              </a:ext>
            </a:extLst>
          </p:cNvPr>
          <p:cNvPicPr>
            <a:picLocks xmlns:a="http://schemas.openxmlformats.org/drawingml/2006/main" noChangeAspect="1"/>
          </p:cNvPicPr>
          <p:nvPr/>
        </p:nvPicPr>
        <p:blipFill>
          <a:blip xmlns:r="http://schemas.openxmlformats.org/officeDocument/2006/relationships" xmlns:a="http://schemas.openxmlformats.org/drawingml/2006/main" r:embed="R15d8a0c38bac419e"/>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C7498A88-242B-4B82-9F14-A96A46BA4126}"/>
              </a:ext>
            </a:extLst>
          </p:cNvPr>
          <p:cNvPicPr>
            <a:picLocks xmlns:a="http://schemas.openxmlformats.org/drawingml/2006/main" noChangeAspect="1"/>
          </p:cNvPicPr>
          <p:nvPr/>
        </p:nvPicPr>
        <p:blipFill>
          <a:blip xmlns:r="http://schemas.openxmlformats.org/officeDocument/2006/relationships" xmlns:a="http://schemas.openxmlformats.org/drawingml/2006/main" r:embed="Rfcd38705de5e46cd"/>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200" b="1">
                <a:solidFill>
                  <a:schemeClr val="bg1"/>
                </a:solidFill>
                <a:latin typeface="Times New Roman"/>
                <a:ea typeface="Times New Roman"/>
                <a:cs typeface="Times New Roman"/>
              </a:rPr>
              <a:t>Implementation – Services</a:t>
            </a:r>
          </a:p>
        </p:txBody>
      </p:sp>
      <p:pic>
        <p:nvPicPr>
          <p:cNvPr id="10" name="object 3">
            <a:extLst xmlns:a="http://schemas.openxmlformats.org/drawingml/2006/main">
              <a:ext uri="{FF2B5EF4-FFF2-40B4-BE49-F238E27FC236}">
                <a16:creationId xmlns:a16="http://schemas.microsoft.com/office/drawing/2014/main" id="{2D73573E-91C4-4C71-B935-11C1CCA9A6A9}"/>
              </a:ext>
            </a:extLst>
          </p:cNvPr>
          <p:cNvPicPr>
            <a:picLocks xmlns:a="http://schemas.openxmlformats.org/drawingml/2006/main" noChangeAspect="1"/>
          </p:cNvPicPr>
          <p:nvPr/>
        </p:nvPicPr>
        <p:blipFill>
          <a:blip xmlns:r="http://schemas.openxmlformats.org/officeDocument/2006/relationships" xmlns:a="http://schemas.openxmlformats.org/drawingml/2006/main" r:embed="Ra19438a8ee11448f"/>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FA6F41B3-8995-4F44-9CBA-22C3CEDADC65}"/>
              </a:ext>
            </a:extLst>
          </p:cNvPr>
          <p:cNvSpPr>
            <a:spLocks xmlns:a="http://schemas.openxmlformats.org/drawingml/2006/main" noGrp="1"/>
          </p:cNvSpPr>
          <p:nvPr/>
        </p:nvSpPr>
        <p:spPr>
          <a:xfrm xmlns:a="http://schemas.openxmlformats.org/drawingml/2006/main">
            <a:off x="548640" y="1463040"/>
            <a:ext cx="8961120" cy="6096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700" b="0" i="0">
                <a:solidFill>
                  <a:srgbClr val="222222"/>
                </a:solidFill>
                <a:latin typeface="Times New Roman"/>
                <a:ea typeface="Times New Roman"/>
                <a:cs typeface="Times New Roman"/>
              </a:rPr>
              <a:t>Each Spring Boot application runs independently on its own port. Four business services own the application data:</a:t>
            </a:r>
          </a:p>
        </p:txBody>
      </p:sp>
      <p:graphicFrame>
        <p:nvGraphicFramePr>
          <p:cNvPr id="12" name="Table 11">
            <a:extLst xmlns:a="http://schemas.openxmlformats.org/drawingml/2006/main">
              <a:ext uri="{FF2B5EF4-FFF2-40B4-BE49-F238E27FC236}">
                <a16:creationId xmlns:a16="http://schemas.microsoft.com/office/drawing/2014/main" id="{79DBC0DC-5C83-407F-ACCE-68F1282A0B9B}"/>
              </a:ext>
            </a:extLst>
          </p:cNvPr>
          <p:cNvGraphicFramePr/>
          <p:nvPr/>
        </p:nvGraphicFramePr>
        <p:xfrm>
          <a:off xmlns:a="http://schemas.openxmlformats.org/drawingml/2006/main" x="548640" y="2194560"/>
          <a:ext xmlns:a="http://schemas.openxmlformats.org/drawingml/2006/main" cx="8961120" cy="3072384"/>
        </p:xfrm>
        <a:graphic xmlns:a="http://schemas.openxmlformats.org/drawingml/2006/main">
          <a:graphicData uri="http://schemas.openxmlformats.org/drawingml/2006/table">
            <a:tbl>
              <a:tblPr firstRow="1" bandRow="1">
                <a:tableStyleId>{5C22544A-7EE6-4342-B048-85BDC9FD1C3A}</a:tableStyleId>
              </a:tblPr>
              <a:tblGrid>
                <a:gridCol w="2011680"/>
                <a:gridCol w="822960"/>
                <a:gridCol w="4480560"/>
                <a:gridCol w="1645920"/>
              </a:tblGrid>
              <a:tr h="512064">
                <a:tc>
                  <a:txBody>
                    <a:bodyPr/>
                    <a:lstStyle/>
                    <a:p>
                      <a:r>
                        <a:rPr sz="1500" b="1" i="0">
                          <a:solidFill>
                            <a:srgbClr val="FFFFFF"/>
                          </a:solidFill>
                          <a:latin typeface="Times New Roman"/>
                          <a:ea typeface="Times New Roman"/>
                          <a:cs typeface="Times New Roman"/>
                        </a:rPr>
                        <a:t>Microservice</a:t>
                      </a:r>
                    </a:p>
                  </a:txBody>
                  <a:tcPr marL="73152" marR="73152" marT="27432" marB="27432" anchor="ctr">
                    <a:solidFill>
                      <a:srgbClr val="1B3F8B"/>
                    </a:solidFill>
                  </a:tcPr>
                </a:tc>
                <a:tc>
                  <a:txBody>
                    <a:bodyPr/>
                    <a:lstStyle/>
                    <a:p>
                      <a:r>
                        <a:rPr sz="1500" b="1" i="0">
                          <a:solidFill>
                            <a:srgbClr val="FFFFFF"/>
                          </a:solidFill>
                          <a:latin typeface="Times New Roman"/>
                          <a:ea typeface="Times New Roman"/>
                          <a:cs typeface="Times New Roman"/>
                        </a:rPr>
                        <a:t>Port</a:t>
                      </a:r>
                    </a:p>
                  </a:txBody>
                  <a:tcPr marL="73152" marR="73152" marT="27432" marB="27432" anchor="ctr">
                    <a:solidFill>
                      <a:srgbClr val="1B3F8B"/>
                    </a:solidFill>
                  </a:tcPr>
                </a:tc>
                <a:tc>
                  <a:txBody>
                    <a:bodyPr/>
                    <a:lstStyle/>
                    <a:p>
                      <a:r>
                        <a:rPr sz="1500" b="1" i="0">
                          <a:solidFill>
                            <a:srgbClr val="FFFFFF"/>
                          </a:solidFill>
                          <a:latin typeface="Times New Roman"/>
                          <a:ea typeface="Times New Roman"/>
                          <a:cs typeface="Times New Roman"/>
                        </a:rPr>
                        <a:t>Responsibility</a:t>
                      </a:r>
                    </a:p>
                  </a:txBody>
                  <a:tcPr marL="73152" marR="73152" marT="27432" marB="27432" anchor="ctr">
                    <a:solidFill>
                      <a:srgbClr val="1B3F8B"/>
                    </a:solidFill>
                  </a:tcPr>
                </a:tc>
                <a:tc>
                  <a:txBody>
                    <a:bodyPr/>
                    <a:lstStyle/>
                    <a:p>
                      <a:r>
                        <a:rPr sz="1500" b="1" i="0">
                          <a:solidFill>
                            <a:srgbClr val="FFFFFF"/>
                          </a:solidFill>
                          <a:latin typeface="Times New Roman"/>
                          <a:ea typeface="Times New Roman"/>
                          <a:cs typeface="Times New Roman"/>
                        </a:rPr>
                        <a:t>Schema</a:t>
                      </a:r>
                    </a:p>
                  </a:txBody>
                  <a:tcPr marL="73152" marR="73152" marT="27432" marB="27432" anchor="ctr">
                    <a:solidFill>
                      <a:srgbClr val="1B3F8B"/>
                    </a:solidFill>
                  </a:tcPr>
                </a:tc>
              </a:tr>
              <a:tr h="512064">
                <a:tc>
                  <a:txBody>
                    <a:bodyPr/>
                    <a:lstStyle/>
                    <a:p>
                      <a:r>
                        <a:rPr sz="1500" b="1" i="0">
                          <a:solidFill>
                            <a:srgbClr val="222222"/>
                          </a:solidFill>
                          <a:latin typeface="Times New Roman"/>
                          <a:ea typeface="Times New Roman"/>
                          <a:cs typeface="Times New Roman"/>
                        </a:rPr>
                        <a:t>API Gateway</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8080</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Public routing and Angular CORS</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a:t>
                      </a:r>
                    </a:p>
                  </a:txBody>
                  <a:tcPr marL="73152" marR="73152" marT="27432" marB="27432" anchor="ctr">
                    <a:solidFill>
                      <a:srgbClr val="FFFFFF"/>
                    </a:solidFill>
                  </a:tcPr>
                </a:tc>
              </a:tr>
              <a:tr h="512064">
                <a:tc>
                  <a:txBody>
                    <a:bodyPr/>
                    <a:lstStyle/>
                    <a:p>
                      <a:r>
                        <a:rPr sz="1500" b="1" i="0">
                          <a:solidFill>
                            <a:srgbClr val="222222"/>
                          </a:solidFill>
                          <a:latin typeface="Times New Roman"/>
                          <a:ea typeface="Times New Roman"/>
                          <a:cs typeface="Times New Roman"/>
                        </a:rPr>
                        <a:t>User Service</a:t>
                      </a:r>
                    </a:p>
                  </a:txBody>
                  <a:tcPr marL="73152" marR="73152" marT="27432" marB="27432" anchor="ctr">
                    <a:solidFill>
                      <a:srgbClr val="FFF0E5"/>
                    </a:solidFill>
                  </a:tcPr>
                </a:tc>
                <a:tc>
                  <a:txBody>
                    <a:bodyPr/>
                    <a:lstStyle/>
                    <a:p>
                      <a:r>
                        <a:rPr sz="1500" b="0" i="0">
                          <a:solidFill>
                            <a:srgbClr val="222222"/>
                          </a:solidFill>
                          <a:latin typeface="Times New Roman"/>
                          <a:ea typeface="Times New Roman"/>
                          <a:cs typeface="Times New Roman"/>
                        </a:rPr>
                        <a:t>8081</a:t>
                      </a:r>
                    </a:p>
                  </a:txBody>
                  <a:tcPr marL="73152" marR="73152" marT="27432" marB="27432" anchor="ctr">
                    <a:solidFill>
                      <a:srgbClr val="FFF0E5"/>
                    </a:solidFill>
                  </a:tcPr>
                </a:tc>
                <a:tc>
                  <a:txBody>
                    <a:bodyPr/>
                    <a:lstStyle/>
                    <a:p>
                      <a:r>
                        <a:rPr sz="1500" b="0" i="0">
                          <a:solidFill>
                            <a:srgbClr val="222222"/>
                          </a:solidFill>
                          <a:latin typeface="Times New Roman"/>
                          <a:ea typeface="Times New Roman"/>
                          <a:cs typeface="Times New Roman"/>
                        </a:rPr>
                        <a:t>Accounts, JWT and customer / seller / admin roles</a:t>
                      </a:r>
                    </a:p>
                  </a:txBody>
                  <a:tcPr marL="73152" marR="73152" marT="27432" marB="27432" anchor="ctr">
                    <a:solidFill>
                      <a:srgbClr val="FFF0E5"/>
                    </a:solidFill>
                  </a:tcPr>
                </a:tc>
                <a:tc>
                  <a:txBody>
                    <a:bodyPr/>
                    <a:lstStyle/>
                    <a:p>
                      <a:r>
                        <a:rPr sz="1500" b="0" i="0">
                          <a:solidFill>
                            <a:srgbClr val="222222"/>
                          </a:solidFill>
                          <a:latin typeface="Times New Roman"/>
                          <a:ea typeface="Times New Roman"/>
                          <a:cs typeface="Times New Roman"/>
                        </a:rPr>
                        <a:t>users</a:t>
                      </a:r>
                    </a:p>
                  </a:txBody>
                  <a:tcPr marL="73152" marR="73152" marT="27432" marB="27432" anchor="ctr">
                    <a:solidFill>
                      <a:srgbClr val="FFF0E5"/>
                    </a:solidFill>
                  </a:tcPr>
                </a:tc>
              </a:tr>
              <a:tr h="512064">
                <a:tc>
                  <a:txBody>
                    <a:bodyPr/>
                    <a:lstStyle/>
                    <a:p>
                      <a:r>
                        <a:rPr sz="1500" b="1" i="0">
                          <a:solidFill>
                            <a:srgbClr val="222222"/>
                          </a:solidFill>
                          <a:latin typeface="Times New Roman"/>
                          <a:ea typeface="Times New Roman"/>
                          <a:cs typeface="Times New Roman"/>
                        </a:rPr>
                        <a:t>Product Service</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8082</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Product listings, ownership and inventory</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products</a:t>
                      </a:r>
                    </a:p>
                  </a:txBody>
                  <a:tcPr marL="73152" marR="73152" marT="27432" marB="27432" anchor="ctr">
                    <a:solidFill>
                      <a:srgbClr val="FFFFFF"/>
                    </a:solidFill>
                  </a:tcPr>
                </a:tc>
              </a:tr>
              <a:tr h="512064">
                <a:tc>
                  <a:txBody>
                    <a:bodyPr/>
                    <a:lstStyle/>
                    <a:p>
                      <a:r>
                        <a:rPr sz="1500" b="1" i="0">
                          <a:solidFill>
                            <a:srgbClr val="222222"/>
                          </a:solidFill>
                          <a:latin typeface="Times New Roman"/>
                          <a:ea typeface="Times New Roman"/>
                          <a:cs typeface="Times New Roman"/>
                        </a:rPr>
                        <a:t>Order Service</a:t>
                      </a:r>
                    </a:p>
                  </a:txBody>
                  <a:tcPr marL="73152" marR="73152" marT="27432" marB="27432" anchor="ctr">
                    <a:solidFill>
                      <a:srgbClr val="FFF0E5"/>
                    </a:solidFill>
                  </a:tcPr>
                </a:tc>
                <a:tc>
                  <a:txBody>
                    <a:bodyPr/>
                    <a:lstStyle/>
                    <a:p>
                      <a:r>
                        <a:rPr sz="1500" b="0" i="0">
                          <a:solidFill>
                            <a:srgbClr val="222222"/>
                          </a:solidFill>
                          <a:latin typeface="Times New Roman"/>
                          <a:ea typeface="Times New Roman"/>
                          <a:cs typeface="Times New Roman"/>
                        </a:rPr>
                        <a:t>8083</a:t>
                      </a:r>
                    </a:p>
                  </a:txBody>
                  <a:tcPr marL="73152" marR="73152" marT="27432" marB="27432" anchor="ctr">
                    <a:solidFill>
                      <a:srgbClr val="FFF0E5"/>
                    </a:solidFill>
                  </a:tcPr>
                </a:tc>
                <a:tc>
                  <a:txBody>
                    <a:bodyPr/>
                    <a:lstStyle/>
                    <a:p>
                      <a:r>
                        <a:rPr sz="1500" b="0" i="0">
                          <a:solidFill>
                            <a:srgbClr val="222222"/>
                          </a:solidFill>
                          <a:latin typeface="Times New Roman"/>
                          <a:ea typeface="Times New Roman"/>
                          <a:cs typeface="Times New Roman"/>
                        </a:rPr>
                        <a:t>Checkout, history, cancellation and recovery</a:t>
                      </a:r>
                    </a:p>
                  </a:txBody>
                  <a:tcPr marL="73152" marR="73152" marT="27432" marB="27432" anchor="ctr">
                    <a:solidFill>
                      <a:srgbClr val="FFF0E5"/>
                    </a:solidFill>
                  </a:tcPr>
                </a:tc>
                <a:tc>
                  <a:txBody>
                    <a:bodyPr/>
                    <a:lstStyle/>
                    <a:p>
                      <a:r>
                        <a:rPr sz="1500" b="0" i="0">
                          <a:solidFill>
                            <a:srgbClr val="222222"/>
                          </a:solidFill>
                          <a:latin typeface="Times New Roman"/>
                          <a:ea typeface="Times New Roman"/>
                          <a:cs typeface="Times New Roman"/>
                        </a:rPr>
                        <a:t>orders</a:t>
                      </a:r>
                    </a:p>
                  </a:txBody>
                  <a:tcPr marL="73152" marR="73152" marT="27432" marB="27432" anchor="ctr">
                    <a:solidFill>
                      <a:srgbClr val="FFF0E5"/>
                    </a:solidFill>
                  </a:tcPr>
                </a:tc>
              </a:tr>
              <a:tr h="512064">
                <a:tc>
                  <a:txBody>
                    <a:bodyPr/>
                    <a:lstStyle/>
                    <a:p>
                      <a:r>
                        <a:rPr sz="1500" b="1" i="0">
                          <a:solidFill>
                            <a:srgbClr val="222222"/>
                          </a:solidFill>
                          <a:latin typeface="Times New Roman"/>
                          <a:ea typeface="Times New Roman"/>
                          <a:cs typeface="Times New Roman"/>
                        </a:rPr>
                        <a:t>Invoice Service</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8084</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SOAP invoice creation and retrieval</a:t>
                      </a:r>
                    </a:p>
                  </a:txBody>
                  <a:tcPr marL="73152" marR="73152" marT="27432" marB="27432" anchor="ctr">
                    <a:solidFill>
                      <a:srgbClr val="FFFFFF"/>
                    </a:solidFill>
                  </a:tcPr>
                </a:tc>
                <a:tc>
                  <a:txBody>
                    <a:bodyPr/>
                    <a:lstStyle/>
                    <a:p>
                      <a:r>
                        <a:rPr sz="1500" b="0" i="0">
                          <a:solidFill>
                            <a:srgbClr val="222222"/>
                          </a:solidFill>
                          <a:latin typeface="Times New Roman"/>
                          <a:ea typeface="Times New Roman"/>
                          <a:cs typeface="Times New Roman"/>
                        </a:rPr>
                        <a:t>invoices</a:t>
                      </a:r>
                    </a:p>
                  </a:txBody>
                  <a:tcPr marL="73152" marR="73152" marT="27432" marB="27432" anchor="ctr">
                    <a:solidFill>
                      <a:srgbClr val="FFFFFF"/>
                    </a:solidFill>
                  </a:tcPr>
                </a:tc>
              </a:tr>
            </a:tbl>
          </a:graphicData>
        </a:graphic>
      </p:graphicFrame>
      <p:sp>
        <p:nvSpPr>
          <p:cNvPr id="13" name="Rounded Rectangle 12">
            <a:extLst xmlns:a="http://schemas.openxmlformats.org/drawingml/2006/main">
              <a:ext uri="{FF2B5EF4-FFF2-40B4-BE49-F238E27FC236}">
                <a16:creationId xmlns:a16="http://schemas.microsoft.com/office/drawing/2014/main" id="{A0F0D695-B82A-4CFF-8212-AE4E50137D2C}"/>
              </a:ext>
            </a:extLst>
          </p:cNvPr>
          <p:cNvSpPr>
            <a:spLocks xmlns:a="http://schemas.openxmlformats.org/drawingml/2006/main" noGrp="1"/>
          </p:cNvSpPr>
          <p:nvPr/>
        </p:nvSpPr>
        <p:spPr>
          <a:xfrm xmlns:a="http://schemas.openxmlformats.org/drawingml/2006/main">
            <a:off x="548640" y="5760720"/>
            <a:ext cx="8961120" cy="13716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4" name="TextBox 13">
            <a:extLst xmlns:a="http://schemas.openxmlformats.org/drawingml/2006/main">
              <a:ext uri="{FF2B5EF4-FFF2-40B4-BE49-F238E27FC236}">
                <a16:creationId xmlns:a16="http://schemas.microsoft.com/office/drawing/2014/main" id="{183B9363-D186-49A1-949D-A02F535C3B42}"/>
              </a:ext>
            </a:extLst>
          </p:cNvPr>
          <p:cNvSpPr>
            <a:spLocks xmlns:a="http://schemas.openxmlformats.org/drawingml/2006/main" noGrp="1"/>
          </p:cNvSpPr>
          <p:nvPr/>
        </p:nvSpPr>
        <p:spPr>
          <a:xfrm xmlns:a="http://schemas.openxmlformats.org/drawingml/2006/main">
            <a:off x="777240" y="5833872"/>
            <a:ext cx="8503920" cy="10261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800"/>
              </a:spcAft>
              <a:buNone/>
            </a:pPr>
            <a:r>
              <a:rPr sz="1600" b="1" i="0">
                <a:solidFill>
                  <a:srgbClr val="1B3F8B"/>
                </a:solidFill>
                <a:latin typeface="Times New Roman"/>
                <a:ea typeface="Times New Roman"/>
                <a:cs typeface="Times New Roman"/>
              </a:rPr>
              <a:t>Database: ecomm in CockroachDB, with users, products, orders and invoices schemas.</a:t>
            </a:r>
          </a:p>
          <a:p xmlns:a="http://schemas.openxmlformats.org/drawingml/2006/main">
            <a:pPr algn="l">
              <a:spcAft>
                <a:spcPts val="800"/>
              </a:spcAft>
              <a:buNone/>
            </a:pPr>
            <a:r>
              <a:rPr sz="1600" b="1" i="0">
                <a:solidFill>
                  <a:srgbClr val="1B3F8B"/>
                </a:solidFill>
                <a:latin typeface="Times New Roman"/>
                <a:ea typeface="Times New Roman"/>
                <a:cs typeface="Times New Roman"/>
              </a:rPr>
              <a:t>Frontend: Angular on port 4200 calls the API Gateway. Services use REST and SOAP.</a:t>
            </a:r>
          </a:p>
          <a:p xmlns:a="http://schemas.openxmlformats.org/drawingml/2006/main">
            <a:pPr algn="l">
              <a:spcAft>
                <a:spcPts val="800"/>
              </a:spcAft>
              <a:buNone/>
            </a:pPr>
            <a:r>
              <a:rPr sz="1600" b="1" i="0">
                <a:solidFill>
                  <a:srgbClr val="1B3F8B"/>
                </a:solidFill>
                <a:latin typeface="Times New Roman"/>
                <a:ea typeface="Times New Roman"/>
                <a:cs typeface="Times New Roman"/>
              </a:rPr>
              <a:t>Data and operations: Spring Data JPA, Flyway migrations, AOP logging and order recovery.</a:t>
            </a:r>
          </a:p>
        </p:txBody>
      </p:sp>
    </p:spTree>
    <p:extLst>
      <p:ext uri="{BB962C8B-B14F-4D97-AF65-F5344CB8AC3E}">
        <p14:creationId xmlns:p14="http://schemas.microsoft.com/office/powerpoint/2010/main" val="419021045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6303752E-DC46-44F6-ADFB-F32A3CC4A646}"/>
              </a:ext>
            </a:extLst>
          </p:cNvPr>
          <p:cNvPicPr>
            <a:picLocks xmlns:a="http://schemas.openxmlformats.org/drawingml/2006/main" noChangeAspect="1"/>
          </p:cNvPicPr>
          <p:nvPr/>
        </p:nvPicPr>
        <p:blipFill>
          <a:blip xmlns:r="http://schemas.openxmlformats.org/officeDocument/2006/relationships" xmlns:a="http://schemas.openxmlformats.org/drawingml/2006/main" r:embed="Rc3f23ee841424763"/>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7909D2BC-8F3E-4330-BC01-3E7F73157235}"/>
              </a:ext>
            </a:extLst>
          </p:cNvPr>
          <p:cNvPicPr>
            <a:picLocks xmlns:a="http://schemas.openxmlformats.org/drawingml/2006/main" noChangeAspect="1"/>
          </p:cNvPicPr>
          <p:nvPr/>
        </p:nvPicPr>
        <p:blipFill>
          <a:blip xmlns:r="http://schemas.openxmlformats.org/officeDocument/2006/relationships" xmlns:a="http://schemas.openxmlformats.org/drawingml/2006/main" r:embed="Rcfd30ad2afd24f2c"/>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41774557-43C7-48E5-9376-0E0569D870D3}"/>
              </a:ext>
            </a:extLst>
          </p:cNvPr>
          <p:cNvPicPr>
            <a:picLocks xmlns:a="http://schemas.openxmlformats.org/drawingml/2006/main" noChangeAspect="1"/>
          </p:cNvPicPr>
          <p:nvPr/>
        </p:nvPicPr>
        <p:blipFill>
          <a:blip xmlns:r="http://schemas.openxmlformats.org/officeDocument/2006/relationships" xmlns:a="http://schemas.openxmlformats.org/drawingml/2006/main" r:embed="Rb5e4aafd32684b68"/>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200" b="1">
                <a:solidFill>
                  <a:schemeClr val="bg1"/>
                </a:solidFill>
                <a:latin typeface="Times New Roman"/>
                <a:ea typeface="Times New Roman"/>
                <a:cs typeface="Times New Roman"/>
              </a:rPr>
              <a:t>Implementation – Order Flow</a:t>
            </a:r>
          </a:p>
        </p:txBody>
      </p:sp>
      <p:pic>
        <p:nvPicPr>
          <p:cNvPr id="10" name="object 3">
            <a:extLst xmlns:a="http://schemas.openxmlformats.org/drawingml/2006/main">
              <a:ext uri="{FF2B5EF4-FFF2-40B4-BE49-F238E27FC236}">
                <a16:creationId xmlns:a16="http://schemas.microsoft.com/office/drawing/2014/main" id="{2DF29F12-2800-449F-A664-9D7ECA1A1AD2}"/>
              </a:ext>
            </a:extLst>
          </p:cNvPr>
          <p:cNvPicPr>
            <a:picLocks xmlns:a="http://schemas.openxmlformats.org/drawingml/2006/main" noChangeAspect="1"/>
          </p:cNvPicPr>
          <p:nvPr/>
        </p:nvPicPr>
        <p:blipFill>
          <a:blip xmlns:r="http://schemas.openxmlformats.org/officeDocument/2006/relationships" xmlns:a="http://schemas.openxmlformats.org/drawingml/2006/main" r:embed="R700989af70c04554"/>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EFCA3B3A-B67E-4F15-B154-75E2AD715EE8}"/>
              </a:ext>
            </a:extLst>
          </p:cNvPr>
          <p:cNvSpPr>
            <a:spLocks xmlns:a="http://schemas.openxmlformats.org/drawingml/2006/main" noGrp="1"/>
          </p:cNvSpPr>
          <p:nvPr/>
        </p:nvSpPr>
        <p:spPr>
          <a:xfrm xmlns:a="http://schemas.openxmlformats.org/drawingml/2006/main">
            <a:off x="548640" y="1600200"/>
            <a:ext cx="1965960" cy="205740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242FD4CB-FF65-4B19-82B3-A96138A5F30A}"/>
              </a:ext>
            </a:extLst>
          </p:cNvPr>
          <p:cNvSpPr>
            <a:spLocks xmlns:a="http://schemas.openxmlformats.org/drawingml/2006/main" noGrp="1"/>
          </p:cNvSpPr>
          <p:nvPr/>
        </p:nvSpPr>
        <p:spPr>
          <a:xfrm xmlns:a="http://schemas.openxmlformats.org/drawingml/2006/main">
            <a:off x="685800" y="17373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1</a:t>
            </a:r>
          </a:p>
        </p:txBody>
      </p:sp>
      <p:sp>
        <p:nvSpPr>
          <p:cNvPr id="13" name="TextBox 12">
            <a:extLst xmlns:a="http://schemas.openxmlformats.org/drawingml/2006/main">
              <a:ext uri="{FF2B5EF4-FFF2-40B4-BE49-F238E27FC236}">
                <a16:creationId xmlns:a16="http://schemas.microsoft.com/office/drawing/2014/main" id="{952C1AB6-7C93-47B6-BA8B-50FA6A65653E}"/>
              </a:ext>
            </a:extLst>
          </p:cNvPr>
          <p:cNvSpPr>
            <a:spLocks xmlns:a="http://schemas.openxmlformats.org/drawingml/2006/main" noGrp="1"/>
          </p:cNvSpPr>
          <p:nvPr/>
        </p:nvSpPr>
        <p:spPr>
          <a:xfrm xmlns:a="http://schemas.openxmlformats.org/drawingml/2006/main">
            <a:off x="1207007" y="1755648"/>
            <a:ext cx="1280160" cy="3048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400" b="1" i="0">
                <a:solidFill>
                  <a:srgbClr val="555555"/>
                </a:solidFill>
                <a:latin typeface="Times New Roman"/>
                <a:ea typeface="Times New Roman"/>
                <a:cs typeface="Times New Roman"/>
              </a:rPr>
              <a:t>Customer</a:t>
            </a:r>
          </a:p>
        </p:txBody>
      </p:sp>
      <p:sp>
        <p:nvSpPr>
          <p:cNvPr id="14" name="TextBox 13">
            <a:extLst xmlns:a="http://schemas.openxmlformats.org/drawingml/2006/main">
              <a:ext uri="{FF2B5EF4-FFF2-40B4-BE49-F238E27FC236}">
                <a16:creationId xmlns:a16="http://schemas.microsoft.com/office/drawing/2014/main" id="{85B4BC43-49CA-4344-BFD6-A7CD3B5B2D2C}"/>
              </a:ext>
            </a:extLst>
          </p:cNvPr>
          <p:cNvSpPr>
            <a:spLocks xmlns:a="http://schemas.openxmlformats.org/drawingml/2006/main" noGrp="1"/>
          </p:cNvSpPr>
          <p:nvPr/>
        </p:nvSpPr>
        <p:spPr>
          <a:xfrm xmlns:a="http://schemas.openxmlformats.org/drawingml/2006/main">
            <a:off x="685800" y="2331720"/>
            <a:ext cx="1691639" cy="8229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Signs in and browses the product catalog</a:t>
            </a:r>
          </a:p>
        </p:txBody>
      </p:sp>
      <p:sp>
        <p:nvSpPr>
          <p:cNvPr id="15" name="Connector 14">
            <a:extLst xmlns:a="http://schemas.openxmlformats.org/drawingml/2006/main">
              <a:ext uri="{FF2B5EF4-FFF2-40B4-BE49-F238E27FC236}">
                <a16:creationId xmlns:a16="http://schemas.microsoft.com/office/drawing/2014/main" id="{A351B37E-8FDE-4478-8D66-A8146A5AF990}"/>
              </a:ext>
            </a:extLst>
          </p:cNvPr>
          <p:cNvSpPr>
            <a:spLocks xmlns:a="http://schemas.openxmlformats.org/drawingml/2006/main" noGrp="1"/>
          </p:cNvSpPr>
          <p:nvPr/>
        </p:nvSpPr>
        <p:spPr>
          <a:xfrm xmlns:a="http://schemas.openxmlformats.org/drawingml/2006/main">
            <a:off x="2560320" y="2628900"/>
            <a:ext cx="274320" cy="0"/>
          </a:xfrm>
          <a:prstGeom xmlns:a="http://schemas.openxmlformats.org/drawingml/2006/main" prst="line">
            <a:avLst/>
          </a:prstGeom>
          <a:ln xmlns:a="http://schemas.openxmlformats.org/drawingml/2006/main" w="28575">
            <a:solidFill>
              <a:srgbClr val="FF66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Rounded Rectangle 15">
            <a:extLst xmlns:a="http://schemas.openxmlformats.org/drawingml/2006/main">
              <a:ext uri="{FF2B5EF4-FFF2-40B4-BE49-F238E27FC236}">
                <a16:creationId xmlns:a16="http://schemas.microsoft.com/office/drawing/2014/main" id="{4D75128F-4807-4AF6-A489-FF2E5A6FB978}"/>
              </a:ext>
            </a:extLst>
          </p:cNvPr>
          <p:cNvSpPr>
            <a:spLocks xmlns:a="http://schemas.openxmlformats.org/drawingml/2006/main" noGrp="1"/>
          </p:cNvSpPr>
          <p:nvPr/>
        </p:nvSpPr>
        <p:spPr>
          <a:xfrm xmlns:a="http://schemas.openxmlformats.org/drawingml/2006/main">
            <a:off x="2880360" y="1600200"/>
            <a:ext cx="1965960" cy="205740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0AF4DFB-1DC8-4274-8CEA-61AFAFC20F8B}"/>
              </a:ext>
            </a:extLst>
          </p:cNvPr>
          <p:cNvSpPr>
            <a:spLocks xmlns:a="http://schemas.openxmlformats.org/drawingml/2006/main" noGrp="1"/>
          </p:cNvSpPr>
          <p:nvPr/>
        </p:nvSpPr>
        <p:spPr>
          <a:xfrm xmlns:a="http://schemas.openxmlformats.org/drawingml/2006/main">
            <a:off x="3017520" y="17373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2</a:t>
            </a:r>
          </a:p>
        </p:txBody>
      </p:sp>
      <p:sp>
        <p:nvSpPr>
          <p:cNvPr id="18" name="TextBox 17">
            <a:extLst xmlns:a="http://schemas.openxmlformats.org/drawingml/2006/main">
              <a:ext uri="{FF2B5EF4-FFF2-40B4-BE49-F238E27FC236}">
                <a16:creationId xmlns:a16="http://schemas.microsoft.com/office/drawing/2014/main" id="{4D2CEAF4-2B22-414C-B7AB-4AB043136A20}"/>
              </a:ext>
            </a:extLst>
          </p:cNvPr>
          <p:cNvSpPr>
            <a:spLocks xmlns:a="http://schemas.openxmlformats.org/drawingml/2006/main" noGrp="1"/>
          </p:cNvSpPr>
          <p:nvPr/>
        </p:nvSpPr>
        <p:spPr>
          <a:xfrm xmlns:a="http://schemas.openxmlformats.org/drawingml/2006/main">
            <a:off x="3538728" y="1755648"/>
            <a:ext cx="1280160" cy="3048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400" b="1" i="0">
                <a:solidFill>
                  <a:srgbClr val="555555"/>
                </a:solidFill>
                <a:latin typeface="Times New Roman"/>
                <a:ea typeface="Times New Roman"/>
                <a:cs typeface="Times New Roman"/>
              </a:rPr>
              <a:t>Customer</a:t>
            </a:r>
          </a:p>
        </p:txBody>
      </p:sp>
      <p:sp>
        <p:nvSpPr>
          <p:cNvPr id="19" name="TextBox 18">
            <a:extLst xmlns:a="http://schemas.openxmlformats.org/drawingml/2006/main">
              <a:ext uri="{FF2B5EF4-FFF2-40B4-BE49-F238E27FC236}">
                <a16:creationId xmlns:a16="http://schemas.microsoft.com/office/drawing/2014/main" id="{93D53B2B-A75D-4DFB-9DE6-624164D38B1D}"/>
              </a:ext>
            </a:extLst>
          </p:cNvPr>
          <p:cNvSpPr>
            <a:spLocks xmlns:a="http://schemas.openxmlformats.org/drawingml/2006/main" noGrp="1"/>
          </p:cNvSpPr>
          <p:nvPr/>
        </p:nvSpPr>
        <p:spPr>
          <a:xfrm xmlns:a="http://schemas.openxmlformats.org/drawingml/2006/main">
            <a:off x="3017520" y="2331720"/>
            <a:ext cx="1691639" cy="8229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Adds products and quantities to the cart</a:t>
            </a:r>
          </a:p>
        </p:txBody>
      </p:sp>
      <p:sp>
        <p:nvSpPr>
          <p:cNvPr id="20" name="Connector 19">
            <a:extLst xmlns:a="http://schemas.openxmlformats.org/drawingml/2006/main">
              <a:ext uri="{FF2B5EF4-FFF2-40B4-BE49-F238E27FC236}">
                <a16:creationId xmlns:a16="http://schemas.microsoft.com/office/drawing/2014/main" id="{D6943C06-1ACD-459C-BC9C-8992E5836F4C}"/>
              </a:ext>
            </a:extLst>
          </p:cNvPr>
          <p:cNvSpPr>
            <a:spLocks xmlns:a="http://schemas.openxmlformats.org/drawingml/2006/main" noGrp="1"/>
          </p:cNvSpPr>
          <p:nvPr/>
        </p:nvSpPr>
        <p:spPr>
          <a:xfrm xmlns:a="http://schemas.openxmlformats.org/drawingml/2006/main">
            <a:off x="4892040" y="2628900"/>
            <a:ext cx="274320" cy="0"/>
          </a:xfrm>
          <a:prstGeom xmlns:a="http://schemas.openxmlformats.org/drawingml/2006/main" prst="line">
            <a:avLst/>
          </a:prstGeom>
          <a:ln xmlns:a="http://schemas.openxmlformats.org/drawingml/2006/main" w="28575">
            <a:solidFill>
              <a:srgbClr val="FF66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ounded Rectangle 20">
            <a:extLst xmlns:a="http://schemas.openxmlformats.org/drawingml/2006/main">
              <a:ext uri="{FF2B5EF4-FFF2-40B4-BE49-F238E27FC236}">
                <a16:creationId xmlns:a16="http://schemas.microsoft.com/office/drawing/2014/main" id="{92C67E1B-ECBA-4E70-BF2B-9020E50D8186}"/>
              </a:ext>
            </a:extLst>
          </p:cNvPr>
          <p:cNvSpPr>
            <a:spLocks xmlns:a="http://schemas.openxmlformats.org/drawingml/2006/main" noGrp="1"/>
          </p:cNvSpPr>
          <p:nvPr/>
        </p:nvSpPr>
        <p:spPr>
          <a:xfrm xmlns:a="http://schemas.openxmlformats.org/drawingml/2006/main">
            <a:off x="5212079" y="1600200"/>
            <a:ext cx="1965960" cy="205740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2" name="Oval 21">
            <a:extLst xmlns:a="http://schemas.openxmlformats.org/drawingml/2006/main">
              <a:ext uri="{FF2B5EF4-FFF2-40B4-BE49-F238E27FC236}">
                <a16:creationId xmlns:a16="http://schemas.microsoft.com/office/drawing/2014/main" id="{9771748A-7CBE-4A65-9D57-92C0F6998C1E}"/>
              </a:ext>
            </a:extLst>
          </p:cNvPr>
          <p:cNvSpPr>
            <a:spLocks xmlns:a="http://schemas.openxmlformats.org/drawingml/2006/main" noGrp="1"/>
          </p:cNvSpPr>
          <p:nvPr/>
        </p:nvSpPr>
        <p:spPr>
          <a:xfrm xmlns:a="http://schemas.openxmlformats.org/drawingml/2006/main">
            <a:off x="5349240" y="17373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3</a:t>
            </a:r>
          </a:p>
        </p:txBody>
      </p:sp>
      <p:sp>
        <p:nvSpPr>
          <p:cNvPr id="23" name="TextBox 22">
            <a:extLst xmlns:a="http://schemas.openxmlformats.org/drawingml/2006/main">
              <a:ext uri="{FF2B5EF4-FFF2-40B4-BE49-F238E27FC236}">
                <a16:creationId xmlns:a16="http://schemas.microsoft.com/office/drawing/2014/main" id="{51A677E0-816D-4701-A0FC-E22B95C7404F}"/>
              </a:ext>
            </a:extLst>
          </p:cNvPr>
          <p:cNvSpPr>
            <a:spLocks xmlns:a="http://schemas.openxmlformats.org/drawingml/2006/main" noGrp="1"/>
          </p:cNvSpPr>
          <p:nvPr/>
        </p:nvSpPr>
        <p:spPr>
          <a:xfrm xmlns:a="http://schemas.openxmlformats.org/drawingml/2006/main">
            <a:off x="5870447" y="1755648"/>
            <a:ext cx="1280160" cy="3048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400" b="1" i="0">
                <a:solidFill>
                  <a:srgbClr val="555555"/>
                </a:solidFill>
                <a:latin typeface="Times New Roman"/>
                <a:ea typeface="Times New Roman"/>
                <a:cs typeface="Times New Roman"/>
              </a:rPr>
              <a:t>Customer</a:t>
            </a:r>
          </a:p>
        </p:txBody>
      </p:sp>
      <p:sp>
        <p:nvSpPr>
          <p:cNvPr id="24" name="TextBox 23">
            <a:extLst xmlns:a="http://schemas.openxmlformats.org/drawingml/2006/main">
              <a:ext uri="{FF2B5EF4-FFF2-40B4-BE49-F238E27FC236}">
                <a16:creationId xmlns:a16="http://schemas.microsoft.com/office/drawing/2014/main" id="{4DB8F08C-D920-4A6C-BC07-23FD10D335D1}"/>
              </a:ext>
            </a:extLst>
          </p:cNvPr>
          <p:cNvSpPr>
            <a:spLocks xmlns:a="http://schemas.openxmlformats.org/drawingml/2006/main" noGrp="1"/>
          </p:cNvSpPr>
          <p:nvPr/>
        </p:nvSpPr>
        <p:spPr>
          <a:xfrm xmlns:a="http://schemas.openxmlformats.org/drawingml/2006/main">
            <a:off x="5349240" y="2331720"/>
            <a:ext cx="1691639" cy="8229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Enters delivery details and submits checkout</a:t>
            </a:r>
          </a:p>
        </p:txBody>
      </p:sp>
      <p:sp>
        <p:nvSpPr>
          <p:cNvPr id="25" name="Connector 24">
            <a:extLst xmlns:a="http://schemas.openxmlformats.org/drawingml/2006/main">
              <a:ext uri="{FF2B5EF4-FFF2-40B4-BE49-F238E27FC236}">
                <a16:creationId xmlns:a16="http://schemas.microsoft.com/office/drawing/2014/main" id="{96DD9021-BA1A-4F07-B198-DFD4DE7498F5}"/>
              </a:ext>
            </a:extLst>
          </p:cNvPr>
          <p:cNvSpPr>
            <a:spLocks xmlns:a="http://schemas.openxmlformats.org/drawingml/2006/main" noGrp="1"/>
          </p:cNvSpPr>
          <p:nvPr/>
        </p:nvSpPr>
        <p:spPr>
          <a:xfrm xmlns:a="http://schemas.openxmlformats.org/drawingml/2006/main">
            <a:off x="7223759" y="2628900"/>
            <a:ext cx="274320" cy="0"/>
          </a:xfrm>
          <a:prstGeom xmlns:a="http://schemas.openxmlformats.org/drawingml/2006/main" prst="line">
            <a:avLst/>
          </a:prstGeom>
          <a:ln xmlns:a="http://schemas.openxmlformats.org/drawingml/2006/main" w="28575">
            <a:solidFill>
              <a:srgbClr val="FF66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Rounded Rectangle 25">
            <a:extLst xmlns:a="http://schemas.openxmlformats.org/drawingml/2006/main">
              <a:ext uri="{FF2B5EF4-FFF2-40B4-BE49-F238E27FC236}">
                <a16:creationId xmlns:a16="http://schemas.microsoft.com/office/drawing/2014/main" id="{94376CDD-A1E5-4590-B089-4B0FF3589A98}"/>
              </a:ext>
            </a:extLst>
          </p:cNvPr>
          <p:cNvSpPr>
            <a:spLocks xmlns:a="http://schemas.openxmlformats.org/drawingml/2006/main" noGrp="1"/>
          </p:cNvSpPr>
          <p:nvPr/>
        </p:nvSpPr>
        <p:spPr>
          <a:xfrm xmlns:a="http://schemas.openxmlformats.org/drawingml/2006/main">
            <a:off x="7543800" y="1600200"/>
            <a:ext cx="1965960" cy="205740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62542CEF-98DF-4581-AA84-A8D19F9B404D}"/>
              </a:ext>
            </a:extLst>
          </p:cNvPr>
          <p:cNvSpPr>
            <a:spLocks xmlns:a="http://schemas.openxmlformats.org/drawingml/2006/main" noGrp="1"/>
          </p:cNvSpPr>
          <p:nvPr/>
        </p:nvSpPr>
        <p:spPr>
          <a:xfrm xmlns:a="http://schemas.openxmlformats.org/drawingml/2006/main">
            <a:off x="7680960" y="17373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4</a:t>
            </a:r>
          </a:p>
        </p:txBody>
      </p:sp>
      <p:sp>
        <p:nvSpPr>
          <p:cNvPr id="28" name="TextBox 27">
            <a:extLst xmlns:a="http://schemas.openxmlformats.org/drawingml/2006/main">
              <a:ext uri="{FF2B5EF4-FFF2-40B4-BE49-F238E27FC236}">
                <a16:creationId xmlns:a16="http://schemas.microsoft.com/office/drawing/2014/main" id="{5DEB4DE3-5067-409C-B3AA-A45F188CB05D}"/>
              </a:ext>
            </a:extLst>
          </p:cNvPr>
          <p:cNvSpPr>
            <a:spLocks xmlns:a="http://schemas.openxmlformats.org/drawingml/2006/main" noGrp="1"/>
          </p:cNvSpPr>
          <p:nvPr/>
        </p:nvSpPr>
        <p:spPr>
          <a:xfrm xmlns:a="http://schemas.openxmlformats.org/drawingml/2006/main">
            <a:off x="8202168" y="1755648"/>
            <a:ext cx="1280160" cy="3048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400" b="1" i="0">
                <a:solidFill>
                  <a:srgbClr val="555555"/>
                </a:solidFill>
                <a:latin typeface="Times New Roman"/>
                <a:ea typeface="Times New Roman"/>
                <a:cs typeface="Times New Roman"/>
              </a:rPr>
              <a:t>Orders</a:t>
            </a:r>
          </a:p>
        </p:txBody>
      </p:sp>
      <p:sp>
        <p:nvSpPr>
          <p:cNvPr id="29" name="TextBox 28">
            <a:extLst xmlns:a="http://schemas.openxmlformats.org/drawingml/2006/main">
              <a:ext uri="{FF2B5EF4-FFF2-40B4-BE49-F238E27FC236}">
                <a16:creationId xmlns:a16="http://schemas.microsoft.com/office/drawing/2014/main" id="{1A309C4D-1ECF-4F4D-B33F-DFB83A9387FB}"/>
              </a:ext>
            </a:extLst>
          </p:cNvPr>
          <p:cNvSpPr>
            <a:spLocks xmlns:a="http://schemas.openxmlformats.org/drawingml/2006/main" noGrp="1"/>
          </p:cNvSpPr>
          <p:nvPr/>
        </p:nvSpPr>
        <p:spPr>
          <a:xfrm xmlns:a="http://schemas.openxmlformats.org/drawingml/2006/main">
            <a:off x="7680960" y="2331720"/>
            <a:ext cx="1691639" cy="10668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Creates a PENDING order and recovery workflow</a:t>
            </a:r>
          </a:p>
        </p:txBody>
      </p:sp>
      <p:sp>
        <p:nvSpPr>
          <p:cNvPr id="30" name="Rounded Rectangle 29">
            <a:extLst xmlns:a="http://schemas.openxmlformats.org/drawingml/2006/main">
              <a:ext uri="{FF2B5EF4-FFF2-40B4-BE49-F238E27FC236}">
                <a16:creationId xmlns:a16="http://schemas.microsoft.com/office/drawing/2014/main" id="{2A0BADCE-07B9-4A93-A5B0-BC123CA8AC6B}"/>
              </a:ext>
            </a:extLst>
          </p:cNvPr>
          <p:cNvSpPr>
            <a:spLocks xmlns:a="http://schemas.openxmlformats.org/drawingml/2006/main" noGrp="1"/>
          </p:cNvSpPr>
          <p:nvPr/>
        </p:nvSpPr>
        <p:spPr>
          <a:xfrm xmlns:a="http://schemas.openxmlformats.org/drawingml/2006/main">
            <a:off x="548640" y="4114800"/>
            <a:ext cx="1965960" cy="2057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1" name="Oval 30">
            <a:extLst xmlns:a="http://schemas.openxmlformats.org/drawingml/2006/main">
              <a:ext uri="{FF2B5EF4-FFF2-40B4-BE49-F238E27FC236}">
                <a16:creationId xmlns:a16="http://schemas.microsoft.com/office/drawing/2014/main" id="{962AD5CE-9E9E-4FD6-85A9-EC95627611F8}"/>
              </a:ext>
            </a:extLst>
          </p:cNvPr>
          <p:cNvSpPr>
            <a:spLocks xmlns:a="http://schemas.openxmlformats.org/drawingml/2006/main" noGrp="1"/>
          </p:cNvSpPr>
          <p:nvPr/>
        </p:nvSpPr>
        <p:spPr>
          <a:xfrm xmlns:a="http://schemas.openxmlformats.org/drawingml/2006/main">
            <a:off x="685800" y="4251960"/>
            <a:ext cx="457200" cy="45720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5</a:t>
            </a:r>
          </a:p>
        </p:txBody>
      </p:sp>
      <p:sp>
        <p:nvSpPr>
          <p:cNvPr id="32" name="TextBox 31">
            <a:extLst xmlns:a="http://schemas.openxmlformats.org/drawingml/2006/main">
              <a:ext uri="{FF2B5EF4-FFF2-40B4-BE49-F238E27FC236}">
                <a16:creationId xmlns:a16="http://schemas.microsoft.com/office/drawing/2014/main" id="{E3ED24A1-4728-4973-AAD3-EA6F00BFD01E}"/>
              </a:ext>
            </a:extLst>
          </p:cNvPr>
          <p:cNvSpPr>
            <a:spLocks xmlns:a="http://schemas.openxmlformats.org/drawingml/2006/main" noGrp="1"/>
          </p:cNvSpPr>
          <p:nvPr/>
        </p:nvSpPr>
        <p:spPr>
          <a:xfrm xmlns:a="http://schemas.openxmlformats.org/drawingml/2006/main">
            <a:off x="1207007" y="4270248"/>
            <a:ext cx="1280160" cy="3048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400" b="1" i="0">
                <a:solidFill>
                  <a:srgbClr val="555555"/>
                </a:solidFill>
                <a:latin typeface="Times New Roman"/>
                <a:ea typeface="Times New Roman"/>
                <a:cs typeface="Times New Roman"/>
              </a:rPr>
              <a:t>Products</a:t>
            </a:r>
          </a:p>
        </p:txBody>
      </p:sp>
      <p:sp>
        <p:nvSpPr>
          <p:cNvPr id="33" name="TextBox 32">
            <a:extLst xmlns:a="http://schemas.openxmlformats.org/drawingml/2006/main">
              <a:ext uri="{FF2B5EF4-FFF2-40B4-BE49-F238E27FC236}">
                <a16:creationId xmlns:a16="http://schemas.microsoft.com/office/drawing/2014/main" id="{BB8630E2-6DC9-4BAA-99A1-1C137AE4B83A}"/>
              </a:ext>
            </a:extLst>
          </p:cNvPr>
          <p:cNvSpPr>
            <a:spLocks xmlns:a="http://schemas.openxmlformats.org/drawingml/2006/main" noGrp="1"/>
          </p:cNvSpPr>
          <p:nvPr/>
        </p:nvSpPr>
        <p:spPr>
          <a:xfrm xmlns:a="http://schemas.openxmlformats.org/drawingml/2006/main">
            <a:off x="685800" y="4846320"/>
            <a:ext cx="1691639" cy="8229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Checks availability and reserves the requested stock</a:t>
            </a:r>
          </a:p>
        </p:txBody>
      </p:sp>
      <p:sp>
        <p:nvSpPr>
          <p:cNvPr id="34" name="Connector 33">
            <a:extLst xmlns:a="http://schemas.openxmlformats.org/drawingml/2006/main">
              <a:ext uri="{FF2B5EF4-FFF2-40B4-BE49-F238E27FC236}">
                <a16:creationId xmlns:a16="http://schemas.microsoft.com/office/drawing/2014/main" id="{376CEB59-8249-47D7-A499-D5C37937BD73}"/>
              </a:ext>
            </a:extLst>
          </p:cNvPr>
          <p:cNvSpPr>
            <a:spLocks xmlns:a="http://schemas.openxmlformats.org/drawingml/2006/main" noGrp="1"/>
          </p:cNvSpPr>
          <p:nvPr/>
        </p:nvSpPr>
        <p:spPr>
          <a:xfrm xmlns:a="http://schemas.openxmlformats.org/drawingml/2006/main">
            <a:off x="2560320" y="5143500"/>
            <a:ext cx="274320" cy="0"/>
          </a:xfrm>
          <a:prstGeom xmlns:a="http://schemas.openxmlformats.org/drawingml/2006/main" prst="line">
            <a:avLst/>
          </a:prstGeom>
          <a:ln xmlns:a="http://schemas.openxmlformats.org/drawingml/2006/main" w="28575">
            <a:solidFill>
              <a:srgbClr val="FF66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5" name="Rounded Rectangle 34">
            <a:extLst xmlns:a="http://schemas.openxmlformats.org/drawingml/2006/main">
              <a:ext uri="{FF2B5EF4-FFF2-40B4-BE49-F238E27FC236}">
                <a16:creationId xmlns:a16="http://schemas.microsoft.com/office/drawing/2014/main" id="{E131E491-1D84-4C71-AD44-817D12F81095}"/>
              </a:ext>
            </a:extLst>
          </p:cNvPr>
          <p:cNvSpPr>
            <a:spLocks xmlns:a="http://schemas.openxmlformats.org/drawingml/2006/main" noGrp="1"/>
          </p:cNvSpPr>
          <p:nvPr/>
        </p:nvSpPr>
        <p:spPr>
          <a:xfrm xmlns:a="http://schemas.openxmlformats.org/drawingml/2006/main">
            <a:off x="2880360" y="4114800"/>
            <a:ext cx="1965960" cy="205740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6" name="Oval 35">
            <a:extLst xmlns:a="http://schemas.openxmlformats.org/drawingml/2006/main">
              <a:ext uri="{FF2B5EF4-FFF2-40B4-BE49-F238E27FC236}">
                <a16:creationId xmlns:a16="http://schemas.microsoft.com/office/drawing/2014/main" id="{3BF18375-A296-4FF0-B541-7D82CEDC79CF}"/>
              </a:ext>
            </a:extLst>
          </p:cNvPr>
          <p:cNvSpPr>
            <a:spLocks xmlns:a="http://schemas.openxmlformats.org/drawingml/2006/main" noGrp="1"/>
          </p:cNvSpPr>
          <p:nvPr/>
        </p:nvSpPr>
        <p:spPr>
          <a:xfrm xmlns:a="http://schemas.openxmlformats.org/drawingml/2006/main">
            <a:off x="3017520" y="42519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6</a:t>
            </a:r>
          </a:p>
        </p:txBody>
      </p:sp>
      <p:sp>
        <p:nvSpPr>
          <p:cNvPr id="37" name="TextBox 36">
            <a:extLst xmlns:a="http://schemas.openxmlformats.org/drawingml/2006/main">
              <a:ext uri="{FF2B5EF4-FFF2-40B4-BE49-F238E27FC236}">
                <a16:creationId xmlns:a16="http://schemas.microsoft.com/office/drawing/2014/main" id="{A41861F7-9AF6-4204-B9F6-5F1907B86799}"/>
              </a:ext>
            </a:extLst>
          </p:cNvPr>
          <p:cNvSpPr>
            <a:spLocks xmlns:a="http://schemas.openxmlformats.org/drawingml/2006/main" noGrp="1"/>
          </p:cNvSpPr>
          <p:nvPr/>
        </p:nvSpPr>
        <p:spPr>
          <a:xfrm xmlns:a="http://schemas.openxmlformats.org/drawingml/2006/main">
            <a:off x="3538728" y="4270248"/>
            <a:ext cx="1280160" cy="3048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400" b="1" i="0">
                <a:solidFill>
                  <a:srgbClr val="555555"/>
                </a:solidFill>
                <a:latin typeface="Times New Roman"/>
                <a:ea typeface="Times New Roman"/>
                <a:cs typeface="Times New Roman"/>
              </a:rPr>
              <a:t>Orders</a:t>
            </a:r>
          </a:p>
        </p:txBody>
      </p:sp>
      <p:sp>
        <p:nvSpPr>
          <p:cNvPr id="38" name="TextBox 37">
            <a:extLst xmlns:a="http://schemas.openxmlformats.org/drawingml/2006/main">
              <a:ext uri="{FF2B5EF4-FFF2-40B4-BE49-F238E27FC236}">
                <a16:creationId xmlns:a16="http://schemas.microsoft.com/office/drawing/2014/main" id="{9AA5C14C-77D6-4A43-9FD2-E9464EC3D4B2}"/>
              </a:ext>
            </a:extLst>
          </p:cNvPr>
          <p:cNvSpPr>
            <a:spLocks xmlns:a="http://schemas.openxmlformats.org/drawingml/2006/main" noGrp="1"/>
          </p:cNvSpPr>
          <p:nvPr/>
        </p:nvSpPr>
        <p:spPr>
          <a:xfrm xmlns:a="http://schemas.openxmlformats.org/drawingml/2006/main">
            <a:off x="3017520" y="4846320"/>
            <a:ext cx="1691639" cy="8229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Saves the product names, prices and order total</a:t>
            </a:r>
          </a:p>
        </p:txBody>
      </p:sp>
      <p:sp>
        <p:nvSpPr>
          <p:cNvPr id="39" name="Connector 38">
            <a:extLst xmlns:a="http://schemas.openxmlformats.org/drawingml/2006/main">
              <a:ext uri="{FF2B5EF4-FFF2-40B4-BE49-F238E27FC236}">
                <a16:creationId xmlns:a16="http://schemas.microsoft.com/office/drawing/2014/main" id="{CF461821-68A2-474D-AB66-8CB1B4BD66C3}"/>
              </a:ext>
            </a:extLst>
          </p:cNvPr>
          <p:cNvSpPr>
            <a:spLocks xmlns:a="http://schemas.openxmlformats.org/drawingml/2006/main" noGrp="1"/>
          </p:cNvSpPr>
          <p:nvPr/>
        </p:nvSpPr>
        <p:spPr>
          <a:xfrm xmlns:a="http://schemas.openxmlformats.org/drawingml/2006/main">
            <a:off x="4892040" y="5143500"/>
            <a:ext cx="274320" cy="0"/>
          </a:xfrm>
          <a:prstGeom xmlns:a="http://schemas.openxmlformats.org/drawingml/2006/main" prst="line">
            <a:avLst/>
          </a:prstGeom>
          <a:ln xmlns:a="http://schemas.openxmlformats.org/drawingml/2006/main" w="28575">
            <a:solidFill>
              <a:srgbClr val="FF66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0" name="Rounded Rectangle 39">
            <a:extLst xmlns:a="http://schemas.openxmlformats.org/drawingml/2006/main">
              <a:ext uri="{FF2B5EF4-FFF2-40B4-BE49-F238E27FC236}">
                <a16:creationId xmlns:a16="http://schemas.microsoft.com/office/drawing/2014/main" id="{F5860084-0110-45C2-A8CA-A71BA5623EDB}"/>
              </a:ext>
            </a:extLst>
          </p:cNvPr>
          <p:cNvSpPr>
            <a:spLocks xmlns:a="http://schemas.openxmlformats.org/drawingml/2006/main" noGrp="1"/>
          </p:cNvSpPr>
          <p:nvPr/>
        </p:nvSpPr>
        <p:spPr>
          <a:xfrm xmlns:a="http://schemas.openxmlformats.org/drawingml/2006/main">
            <a:off x="5212079" y="4114800"/>
            <a:ext cx="1965960" cy="2057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1" name="Oval 40">
            <a:extLst xmlns:a="http://schemas.openxmlformats.org/drawingml/2006/main">
              <a:ext uri="{FF2B5EF4-FFF2-40B4-BE49-F238E27FC236}">
                <a16:creationId xmlns:a16="http://schemas.microsoft.com/office/drawing/2014/main" id="{0DB0674B-6ABA-4A3E-9362-576964F79B38}"/>
              </a:ext>
            </a:extLst>
          </p:cNvPr>
          <p:cNvSpPr>
            <a:spLocks xmlns:a="http://schemas.openxmlformats.org/drawingml/2006/main" noGrp="1"/>
          </p:cNvSpPr>
          <p:nvPr/>
        </p:nvSpPr>
        <p:spPr>
          <a:xfrm xmlns:a="http://schemas.openxmlformats.org/drawingml/2006/main">
            <a:off x="5349240" y="4251960"/>
            <a:ext cx="457200" cy="45720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7</a:t>
            </a:r>
          </a:p>
        </p:txBody>
      </p:sp>
      <p:sp>
        <p:nvSpPr>
          <p:cNvPr id="42" name="TextBox 41">
            <a:extLst xmlns:a="http://schemas.openxmlformats.org/drawingml/2006/main">
              <a:ext uri="{FF2B5EF4-FFF2-40B4-BE49-F238E27FC236}">
                <a16:creationId xmlns:a16="http://schemas.microsoft.com/office/drawing/2014/main" id="{26B57A98-5900-4C4F-BD85-D9469F92A544}"/>
              </a:ext>
            </a:extLst>
          </p:cNvPr>
          <p:cNvSpPr>
            <a:spLocks xmlns:a="http://schemas.openxmlformats.org/drawingml/2006/main" noGrp="1"/>
          </p:cNvSpPr>
          <p:nvPr/>
        </p:nvSpPr>
        <p:spPr>
          <a:xfrm xmlns:a="http://schemas.openxmlformats.org/drawingml/2006/main">
            <a:off x="5870447" y="4270248"/>
            <a:ext cx="1280160" cy="3048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400" b="1" i="0">
                <a:solidFill>
                  <a:srgbClr val="555555"/>
                </a:solidFill>
                <a:latin typeface="Times New Roman"/>
                <a:ea typeface="Times New Roman"/>
                <a:cs typeface="Times New Roman"/>
              </a:rPr>
              <a:t>Products</a:t>
            </a:r>
          </a:p>
        </p:txBody>
      </p:sp>
      <p:sp>
        <p:nvSpPr>
          <p:cNvPr id="43" name="TextBox 42">
            <a:extLst xmlns:a="http://schemas.openxmlformats.org/drawingml/2006/main">
              <a:ext uri="{FF2B5EF4-FFF2-40B4-BE49-F238E27FC236}">
                <a16:creationId xmlns:a16="http://schemas.microsoft.com/office/drawing/2014/main" id="{DD6C960F-F739-4A9B-82E3-7753304747E8}"/>
              </a:ext>
            </a:extLst>
          </p:cNvPr>
          <p:cNvSpPr>
            <a:spLocks xmlns:a="http://schemas.openxmlformats.org/drawingml/2006/main" noGrp="1"/>
          </p:cNvSpPr>
          <p:nvPr/>
        </p:nvSpPr>
        <p:spPr>
          <a:xfrm xmlns:a="http://schemas.openxmlformats.org/drawingml/2006/main">
            <a:off x="5349240" y="4846320"/>
            <a:ext cx="1691639" cy="8229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Confirms stock and completes order confirmation</a:t>
            </a:r>
          </a:p>
        </p:txBody>
      </p:sp>
      <p:sp>
        <p:nvSpPr>
          <p:cNvPr id="44" name="Connector 43">
            <a:extLst xmlns:a="http://schemas.openxmlformats.org/drawingml/2006/main">
              <a:ext uri="{FF2B5EF4-FFF2-40B4-BE49-F238E27FC236}">
                <a16:creationId xmlns:a16="http://schemas.microsoft.com/office/drawing/2014/main" id="{D450DBDF-DEB8-4783-AA6D-D9941D071FEE}"/>
              </a:ext>
            </a:extLst>
          </p:cNvPr>
          <p:cNvSpPr>
            <a:spLocks xmlns:a="http://schemas.openxmlformats.org/drawingml/2006/main" noGrp="1"/>
          </p:cNvSpPr>
          <p:nvPr/>
        </p:nvSpPr>
        <p:spPr>
          <a:xfrm xmlns:a="http://schemas.openxmlformats.org/drawingml/2006/main">
            <a:off x="7223759" y="5143500"/>
            <a:ext cx="274320" cy="0"/>
          </a:xfrm>
          <a:prstGeom xmlns:a="http://schemas.openxmlformats.org/drawingml/2006/main" prst="line">
            <a:avLst/>
          </a:prstGeom>
          <a:ln xmlns:a="http://schemas.openxmlformats.org/drawingml/2006/main" w="28575">
            <a:solidFill>
              <a:srgbClr val="FF66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5" name="Rounded Rectangle 44">
            <a:extLst xmlns:a="http://schemas.openxmlformats.org/drawingml/2006/main">
              <a:ext uri="{FF2B5EF4-FFF2-40B4-BE49-F238E27FC236}">
                <a16:creationId xmlns:a16="http://schemas.microsoft.com/office/drawing/2014/main" id="{1B031D26-5908-4648-8C64-958BA64DF61C}"/>
              </a:ext>
            </a:extLst>
          </p:cNvPr>
          <p:cNvSpPr>
            <a:spLocks xmlns:a="http://schemas.openxmlformats.org/drawingml/2006/main" noGrp="1"/>
          </p:cNvSpPr>
          <p:nvPr/>
        </p:nvSpPr>
        <p:spPr>
          <a:xfrm xmlns:a="http://schemas.openxmlformats.org/drawingml/2006/main">
            <a:off x="7543800" y="4114800"/>
            <a:ext cx="1965960" cy="205740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6" name="Oval 45">
            <a:extLst xmlns:a="http://schemas.openxmlformats.org/drawingml/2006/main">
              <a:ext uri="{FF2B5EF4-FFF2-40B4-BE49-F238E27FC236}">
                <a16:creationId xmlns:a16="http://schemas.microsoft.com/office/drawing/2014/main" id="{45D9D564-CEF4-4968-96E2-8838BC393467}"/>
              </a:ext>
            </a:extLst>
          </p:cNvPr>
          <p:cNvSpPr>
            <a:spLocks xmlns:a="http://schemas.openxmlformats.org/drawingml/2006/main" noGrp="1"/>
          </p:cNvSpPr>
          <p:nvPr/>
        </p:nvSpPr>
        <p:spPr>
          <a:xfrm xmlns:a="http://schemas.openxmlformats.org/drawingml/2006/main">
            <a:off x="7680960" y="4251960"/>
            <a:ext cx="457200" cy="45720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8</a:t>
            </a:r>
          </a:p>
        </p:txBody>
      </p:sp>
      <p:sp>
        <p:nvSpPr>
          <p:cNvPr id="47" name="TextBox 46">
            <a:extLst xmlns:a="http://schemas.openxmlformats.org/drawingml/2006/main">
              <a:ext uri="{FF2B5EF4-FFF2-40B4-BE49-F238E27FC236}">
                <a16:creationId xmlns:a16="http://schemas.microsoft.com/office/drawing/2014/main" id="{568EEE65-561F-4F22-B01E-B7D730EF1175}"/>
              </a:ext>
            </a:extLst>
          </p:cNvPr>
          <p:cNvSpPr>
            <a:spLocks xmlns:a="http://schemas.openxmlformats.org/drawingml/2006/main" noGrp="1"/>
          </p:cNvSpPr>
          <p:nvPr/>
        </p:nvSpPr>
        <p:spPr>
          <a:xfrm xmlns:a="http://schemas.openxmlformats.org/drawingml/2006/main">
            <a:off x="8202168" y="4270248"/>
            <a:ext cx="1280160" cy="3048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400" b="1" i="0">
                <a:solidFill>
                  <a:srgbClr val="555555"/>
                </a:solidFill>
                <a:latin typeface="Times New Roman"/>
                <a:ea typeface="Times New Roman"/>
                <a:cs typeface="Times New Roman"/>
              </a:rPr>
              <a:t>Invoices</a:t>
            </a:r>
          </a:p>
        </p:txBody>
      </p:sp>
      <p:sp>
        <p:nvSpPr>
          <p:cNvPr id="48" name="TextBox 47">
            <a:extLst xmlns:a="http://schemas.openxmlformats.org/drawingml/2006/main">
              <a:ext uri="{FF2B5EF4-FFF2-40B4-BE49-F238E27FC236}">
                <a16:creationId xmlns:a16="http://schemas.microsoft.com/office/drawing/2014/main" id="{DDD731A6-B642-471C-BD85-9C20D48F4633}"/>
              </a:ext>
            </a:extLst>
          </p:cNvPr>
          <p:cNvSpPr>
            <a:spLocks xmlns:a="http://schemas.openxmlformats.org/drawingml/2006/main" noGrp="1"/>
          </p:cNvSpPr>
          <p:nvPr/>
        </p:nvSpPr>
        <p:spPr>
          <a:xfrm xmlns:a="http://schemas.openxmlformats.org/drawingml/2006/main">
            <a:off x="7680960" y="4846320"/>
            <a:ext cx="1691639" cy="10668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600" b="0" i="0">
                <a:solidFill>
                  <a:srgbClr val="222222"/>
                </a:solidFill>
                <a:latin typeface="Times New Roman"/>
                <a:ea typeface="Times New Roman"/>
                <a:cs typeface="Times New Roman"/>
              </a:rPr>
              <a:t>Generates a SOAP invoice when the customer requests it</a:t>
            </a:r>
          </a:p>
        </p:txBody>
      </p:sp>
      <p:sp>
        <p:nvSpPr>
          <p:cNvPr id="49" name="TextBox 48">
            <a:extLst xmlns:a="http://schemas.openxmlformats.org/drawingml/2006/main">
              <a:ext uri="{FF2B5EF4-FFF2-40B4-BE49-F238E27FC236}">
                <a16:creationId xmlns:a16="http://schemas.microsoft.com/office/drawing/2014/main" id="{241CED0D-E60A-4D30-9F08-A5C540261A4C}"/>
              </a:ext>
            </a:extLst>
          </p:cNvPr>
          <p:cNvSpPr>
            <a:spLocks xmlns:a="http://schemas.openxmlformats.org/drawingml/2006/main" noGrp="1"/>
          </p:cNvSpPr>
          <p:nvPr/>
        </p:nvSpPr>
        <p:spPr>
          <a:xfrm xmlns:a="http://schemas.openxmlformats.org/drawingml/2006/main">
            <a:off x="548640" y="6629400"/>
            <a:ext cx="896112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1" i="0">
                <a:solidFill>
                  <a:srgbClr val="1B3F8B"/>
                </a:solidFill>
                <a:latin typeface="Times New Roman"/>
                <a:ea typeface="Times New Roman"/>
                <a:cs typeface="Times New Roman"/>
              </a:rPr>
              <a:t>An idempotency key prevents duplicate orders. COD and online payment choices are simulated. No payment is collected.</a:t>
            </a:r>
          </a:p>
        </p:txBody>
      </p:sp>
    </p:spTree>
    <p:extLst>
      <p:ext uri="{BB962C8B-B14F-4D97-AF65-F5344CB8AC3E}">
        <p14:creationId xmlns:p14="http://schemas.microsoft.com/office/powerpoint/2010/main" val="419021045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A7EE0EA3-730B-4FF9-98E8-9DF144570305}"/>
              </a:ext>
            </a:extLst>
          </p:cNvPr>
          <p:cNvPicPr>
            <a:picLocks xmlns:a="http://schemas.openxmlformats.org/drawingml/2006/main" noChangeAspect="1"/>
          </p:cNvPicPr>
          <p:nvPr/>
        </p:nvPicPr>
        <p:blipFill>
          <a:blip xmlns:r="http://schemas.openxmlformats.org/officeDocument/2006/relationships" xmlns:a="http://schemas.openxmlformats.org/drawingml/2006/main" r:embed="R3e62f4286c494333"/>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9FF01791-55FE-40BD-A529-88105734564D}"/>
              </a:ext>
            </a:extLst>
          </p:cNvPr>
          <p:cNvPicPr>
            <a:picLocks xmlns:a="http://schemas.openxmlformats.org/drawingml/2006/main" noChangeAspect="1"/>
          </p:cNvPicPr>
          <p:nvPr/>
        </p:nvPicPr>
        <p:blipFill>
          <a:blip xmlns:r="http://schemas.openxmlformats.org/officeDocument/2006/relationships" xmlns:a="http://schemas.openxmlformats.org/drawingml/2006/main" r:embed="R929e63d54a6b43be"/>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B5BCDD57-D68D-4C70-9EC4-B17763D7BDB2}"/>
              </a:ext>
            </a:extLst>
          </p:cNvPr>
          <p:cNvPicPr>
            <a:picLocks xmlns:a="http://schemas.openxmlformats.org/drawingml/2006/main" noChangeAspect="1"/>
          </p:cNvPicPr>
          <p:nvPr/>
        </p:nvPicPr>
        <p:blipFill>
          <a:blip xmlns:r="http://schemas.openxmlformats.org/officeDocument/2006/relationships" xmlns:a="http://schemas.openxmlformats.org/drawingml/2006/main" r:embed="Rcb48db7ce6a24aa8"/>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200" b="1">
                <a:solidFill>
                  <a:schemeClr val="bg1"/>
                </a:solidFill>
                <a:latin typeface="Times New Roman"/>
                <a:ea typeface="Times New Roman"/>
                <a:cs typeface="Times New Roman"/>
              </a:rPr>
              <a:t>Implementation – REST APIs</a:t>
            </a:r>
          </a:p>
        </p:txBody>
      </p:sp>
      <p:pic>
        <p:nvPicPr>
          <p:cNvPr id="10" name="object 3">
            <a:extLst xmlns:a="http://schemas.openxmlformats.org/drawingml/2006/main">
              <a:ext uri="{FF2B5EF4-FFF2-40B4-BE49-F238E27FC236}">
                <a16:creationId xmlns:a16="http://schemas.microsoft.com/office/drawing/2014/main" id="{4D8636F5-4AC1-41C8-BD7E-E8C995806773}"/>
              </a:ext>
            </a:extLst>
          </p:cNvPr>
          <p:cNvPicPr>
            <a:picLocks xmlns:a="http://schemas.openxmlformats.org/drawingml/2006/main" noChangeAspect="1"/>
          </p:cNvPicPr>
          <p:nvPr/>
        </p:nvPicPr>
        <p:blipFill>
          <a:blip xmlns:r="http://schemas.openxmlformats.org/officeDocument/2006/relationships" xmlns:a="http://schemas.openxmlformats.org/drawingml/2006/main" r:embed="R0a57a955740647f1"/>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graphicFrame>
        <p:nvGraphicFramePr>
          <p:cNvPr id="11" name="Table 10">
            <a:extLst xmlns:a="http://schemas.openxmlformats.org/drawingml/2006/main">
              <a:ext uri="{FF2B5EF4-FFF2-40B4-BE49-F238E27FC236}">
                <a16:creationId xmlns:a16="http://schemas.microsoft.com/office/drawing/2014/main" id="{AE4985EF-D620-4FB2-9ABA-29496483848F}"/>
              </a:ext>
            </a:extLst>
          </p:cNvPr>
          <p:cNvGraphicFramePr/>
          <p:nvPr/>
        </p:nvGraphicFramePr>
        <p:xfrm>
          <a:off xmlns:a="http://schemas.openxmlformats.org/drawingml/2006/main" x="548640" y="1508760"/>
          <a:ext xmlns:a="http://schemas.openxmlformats.org/drawingml/2006/main" cx="8961119" cy="5486400"/>
        </p:xfrm>
        <a:graphic xmlns:a="http://schemas.openxmlformats.org/drawingml/2006/main">
          <a:graphicData uri="http://schemas.openxmlformats.org/drawingml/2006/table">
            <a:tbl>
              <a:tblPr firstRow="1" bandRow="1">
                <a:tableStyleId>{5C22544A-7EE6-4342-B048-85BDC9FD1C3A}</a:tableStyleId>
              </a:tblPr>
              <a:tblGrid>
                <a:gridCol w="868680"/>
                <a:gridCol w="3749039"/>
                <a:gridCol w="1325880"/>
                <a:gridCol w="3017520"/>
              </a:tblGrid>
              <a:tr h="457200">
                <a:tc>
                  <a:txBody>
                    <a:bodyPr/>
                    <a:lstStyle/>
                    <a:p>
                      <a:r>
                        <a:rPr sz="1300" b="1" i="0">
                          <a:solidFill>
                            <a:srgbClr val="FFFFFF"/>
                          </a:solidFill>
                          <a:latin typeface="Times New Roman"/>
                          <a:ea typeface="Times New Roman"/>
                          <a:cs typeface="Times New Roman"/>
                        </a:rPr>
                        <a:t>Method</a:t>
                      </a:r>
                    </a:p>
                  </a:txBody>
                  <a:tcPr marL="73152" marR="73152" marT="27432" marB="27432" anchor="ctr">
                    <a:solidFill>
                      <a:srgbClr val="1B3F8B"/>
                    </a:solidFill>
                  </a:tcPr>
                </a:tc>
                <a:tc>
                  <a:txBody>
                    <a:bodyPr/>
                    <a:lstStyle/>
                    <a:p>
                      <a:r>
                        <a:rPr sz="1300" b="1" i="0">
                          <a:solidFill>
                            <a:srgbClr val="FFFFFF"/>
                          </a:solidFill>
                          <a:latin typeface="Times New Roman"/>
                          <a:ea typeface="Times New Roman"/>
                          <a:cs typeface="Times New Roman"/>
                        </a:rPr>
                        <a:t>Endpoint</a:t>
                      </a:r>
                    </a:p>
                  </a:txBody>
                  <a:tcPr marL="73152" marR="73152" marT="27432" marB="27432" anchor="ctr">
                    <a:solidFill>
                      <a:srgbClr val="1B3F8B"/>
                    </a:solidFill>
                  </a:tcPr>
                </a:tc>
                <a:tc>
                  <a:txBody>
                    <a:bodyPr/>
                    <a:lstStyle/>
                    <a:p>
                      <a:r>
                        <a:rPr sz="1300" b="1" i="0">
                          <a:solidFill>
                            <a:srgbClr val="FFFFFF"/>
                          </a:solidFill>
                          <a:latin typeface="Times New Roman"/>
                          <a:ea typeface="Times New Roman"/>
                          <a:cs typeface="Times New Roman"/>
                        </a:rPr>
                        <a:t>Access</a:t>
                      </a:r>
                    </a:p>
                  </a:txBody>
                  <a:tcPr marL="73152" marR="73152" marT="27432" marB="27432" anchor="ctr">
                    <a:solidFill>
                      <a:srgbClr val="1B3F8B"/>
                    </a:solidFill>
                  </a:tcPr>
                </a:tc>
                <a:tc>
                  <a:txBody>
                    <a:bodyPr/>
                    <a:lstStyle/>
                    <a:p>
                      <a:r>
                        <a:rPr sz="1300" b="1" i="0">
                          <a:solidFill>
                            <a:srgbClr val="FFFFFF"/>
                          </a:solidFill>
                          <a:latin typeface="Times New Roman"/>
                          <a:ea typeface="Times New Roman"/>
                          <a:cs typeface="Times New Roman"/>
                        </a:rPr>
                        <a:t>Purpose</a:t>
                      </a:r>
                    </a:p>
                  </a:txBody>
                  <a:tcPr marL="73152" marR="73152" marT="27432" marB="27432" anchor="ctr">
                    <a:solidFill>
                      <a:srgbClr val="1B3F8B"/>
                    </a:solidFill>
                  </a:tcPr>
                </a:tc>
              </a:tr>
              <a:tr h="457200">
                <a:tc>
                  <a:txBody>
                    <a:bodyPr/>
                    <a:lstStyle/>
                    <a:p>
                      <a:r>
                        <a:rPr sz="1300" b="1" i="0">
                          <a:solidFill>
                            <a:srgbClr val="222222"/>
                          </a:solidFill>
                          <a:latin typeface="Times New Roman"/>
                          <a:ea typeface="Times New Roman"/>
                          <a:cs typeface="Times New Roman"/>
                        </a:rPr>
                        <a:t>POST</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/api/auth/register</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Public</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Customer registration</a:t>
                      </a:r>
                    </a:p>
                  </a:txBody>
                  <a:tcPr marL="73152" marR="73152" marT="27432" marB="27432" anchor="ctr">
                    <a:solidFill>
                      <a:srgbClr val="FFFFFF"/>
                    </a:solidFill>
                  </a:tcPr>
                </a:tc>
              </a:tr>
              <a:tr h="457200">
                <a:tc>
                  <a:txBody>
                    <a:bodyPr/>
                    <a:lstStyle/>
                    <a:p>
                      <a:r>
                        <a:rPr sz="1300" b="1" i="0">
                          <a:solidFill>
                            <a:srgbClr val="222222"/>
                          </a:solidFill>
                          <a:latin typeface="Times New Roman"/>
                          <a:ea typeface="Times New Roman"/>
                          <a:cs typeface="Times New Roman"/>
                        </a:rPr>
                        <a:t>POST</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/api/auth/login</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Public</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Sign in and receive JWT</a:t>
                      </a:r>
                    </a:p>
                  </a:txBody>
                  <a:tcPr marL="73152" marR="73152" marT="27432" marB="27432" anchor="ctr">
                    <a:solidFill>
                      <a:srgbClr val="FFF0E5"/>
                    </a:solidFill>
                  </a:tcPr>
                </a:tc>
              </a:tr>
              <a:tr h="457200">
                <a:tc>
                  <a:txBody>
                    <a:bodyPr/>
                    <a:lstStyle/>
                    <a:p>
                      <a:r>
                        <a:rPr sz="1300" b="1" i="0">
                          <a:solidFill>
                            <a:srgbClr val="222222"/>
                          </a:solidFill>
                          <a:latin typeface="Times New Roman"/>
                          <a:ea typeface="Times New Roman"/>
                          <a:cs typeface="Times New Roman"/>
                        </a:rPr>
                        <a:t>GET</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/api/products</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Public</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Search, pagination and sorting</a:t>
                      </a:r>
                    </a:p>
                  </a:txBody>
                  <a:tcPr marL="73152" marR="73152" marT="27432" marB="27432" anchor="ctr">
                    <a:solidFill>
                      <a:srgbClr val="FFFFFF"/>
                    </a:solidFill>
                  </a:tcPr>
                </a:tc>
              </a:tr>
              <a:tr h="457200">
                <a:tc>
                  <a:txBody>
                    <a:bodyPr/>
                    <a:lstStyle/>
                    <a:p>
                      <a:r>
                        <a:rPr sz="1300" b="1" i="0">
                          <a:solidFill>
                            <a:srgbClr val="222222"/>
                          </a:solidFill>
                          <a:latin typeface="Times New Roman"/>
                          <a:ea typeface="Times New Roman"/>
                          <a:cs typeface="Times New Roman"/>
                        </a:rPr>
                        <a:t>POST</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/api/auth/admin/login</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Public</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Dedicated admin sign-in</a:t>
                      </a:r>
                    </a:p>
                  </a:txBody>
                  <a:tcPr marL="73152" marR="73152" marT="27432" marB="27432" anchor="ctr">
                    <a:solidFill>
                      <a:srgbClr val="FFF0E5"/>
                    </a:solidFill>
                  </a:tcPr>
                </a:tc>
              </a:tr>
              <a:tr h="457200">
                <a:tc>
                  <a:txBody>
                    <a:bodyPr/>
                    <a:lstStyle/>
                    <a:p>
                      <a:r>
                        <a:rPr sz="1300" b="1" i="0">
                          <a:solidFill>
                            <a:srgbClr val="222222"/>
                          </a:solidFill>
                          <a:latin typeface="Times New Roman"/>
                          <a:ea typeface="Times New Roman"/>
                          <a:cs typeface="Times New Roman"/>
                        </a:rPr>
                        <a:t>POST</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/api/orders</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Customer</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Place or retry an order</a:t>
                      </a:r>
                    </a:p>
                  </a:txBody>
                  <a:tcPr marL="73152" marR="73152" marT="27432" marB="27432" anchor="ctr">
                    <a:solidFill>
                      <a:srgbClr val="FFFFFF"/>
                    </a:solidFill>
                  </a:tcPr>
                </a:tc>
              </a:tr>
              <a:tr h="457200">
                <a:tc>
                  <a:txBody>
                    <a:bodyPr/>
                    <a:lstStyle/>
                    <a:p>
                      <a:r>
                        <a:rPr sz="1300" b="1" i="0">
                          <a:solidFill>
                            <a:srgbClr val="222222"/>
                          </a:solidFill>
                          <a:latin typeface="Times New Roman"/>
                          <a:ea typeface="Times New Roman"/>
                          <a:cs typeface="Times New Roman"/>
                        </a:rPr>
                        <a:t>GET</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/api/orders</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Customer</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Own order history</a:t>
                      </a:r>
                    </a:p>
                  </a:txBody>
                  <a:tcPr marL="73152" marR="73152" marT="27432" marB="27432" anchor="ctr">
                    <a:solidFill>
                      <a:srgbClr val="FFF0E5"/>
                    </a:solidFill>
                  </a:tcPr>
                </a:tc>
              </a:tr>
              <a:tr h="457200">
                <a:tc>
                  <a:txBody>
                    <a:bodyPr/>
                    <a:lstStyle/>
                    <a:p>
                      <a:r>
                        <a:rPr sz="1300" b="1" i="0">
                          <a:solidFill>
                            <a:srgbClr val="222222"/>
                          </a:solidFill>
                          <a:latin typeface="Times New Roman"/>
                          <a:ea typeface="Times New Roman"/>
                          <a:cs typeface="Times New Roman"/>
                        </a:rPr>
                        <a:t>POST</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/api/seller/products</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Seller/Admin</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Create an owned listing</a:t>
                      </a:r>
                    </a:p>
                  </a:txBody>
                  <a:tcPr marL="73152" marR="73152" marT="27432" marB="27432" anchor="ctr">
                    <a:solidFill>
                      <a:srgbClr val="FFFFFF"/>
                    </a:solidFill>
                  </a:tcPr>
                </a:tc>
              </a:tr>
              <a:tr h="457200">
                <a:tc>
                  <a:txBody>
                    <a:bodyPr/>
                    <a:lstStyle/>
                    <a:p>
                      <a:r>
                        <a:rPr sz="1300" b="1" i="0">
                          <a:solidFill>
                            <a:srgbClr val="222222"/>
                          </a:solidFill>
                          <a:latin typeface="Times New Roman"/>
                          <a:ea typeface="Times New Roman"/>
                          <a:cs typeface="Times New Roman"/>
                        </a:rPr>
                        <a:t>PATCH</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/api/seller/products/{id}/stock</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Owner</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Update product stock</a:t>
                      </a:r>
                    </a:p>
                  </a:txBody>
                  <a:tcPr marL="73152" marR="73152" marT="27432" marB="27432" anchor="ctr">
                    <a:solidFill>
                      <a:srgbClr val="FFF0E5"/>
                    </a:solidFill>
                  </a:tcPr>
                </a:tc>
              </a:tr>
              <a:tr h="457200">
                <a:tc>
                  <a:txBody>
                    <a:bodyPr/>
                    <a:lstStyle/>
                    <a:p>
                      <a:r>
                        <a:rPr sz="1300" b="1" i="0">
                          <a:solidFill>
                            <a:srgbClr val="222222"/>
                          </a:solidFill>
                          <a:latin typeface="Times New Roman"/>
                          <a:ea typeface="Times New Roman"/>
                          <a:cs typeface="Times New Roman"/>
                        </a:rPr>
                        <a:t>GET</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/api/admin/users</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Admin</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Search customer accounts</a:t>
                      </a:r>
                    </a:p>
                  </a:txBody>
                  <a:tcPr marL="73152" marR="73152" marT="27432" marB="27432" anchor="ctr">
                    <a:solidFill>
                      <a:srgbClr val="FFFFFF"/>
                    </a:solidFill>
                  </a:tcPr>
                </a:tc>
              </a:tr>
              <a:tr h="457200">
                <a:tc>
                  <a:txBody>
                    <a:bodyPr/>
                    <a:lstStyle/>
                    <a:p>
                      <a:r>
                        <a:rPr sz="1300" b="1" i="0">
                          <a:solidFill>
                            <a:srgbClr val="222222"/>
                          </a:solidFill>
                          <a:latin typeface="Times New Roman"/>
                          <a:ea typeface="Times New Roman"/>
                          <a:cs typeface="Times New Roman"/>
                        </a:rPr>
                        <a:t>POST</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/api/orders/{id}/invoice</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Customer</a:t>
                      </a:r>
                    </a:p>
                  </a:txBody>
                  <a:tcPr marL="73152" marR="73152" marT="27432" marB="27432" anchor="ctr">
                    <a:solidFill>
                      <a:srgbClr val="FFF0E5"/>
                    </a:solidFill>
                  </a:tcPr>
                </a:tc>
                <a:tc>
                  <a:txBody>
                    <a:bodyPr/>
                    <a:lstStyle/>
                    <a:p>
                      <a:r>
                        <a:rPr sz="1300" b="0" i="0">
                          <a:solidFill>
                            <a:srgbClr val="222222"/>
                          </a:solidFill>
                          <a:latin typeface="Times New Roman"/>
                          <a:ea typeface="Times New Roman"/>
                          <a:cs typeface="Times New Roman"/>
                        </a:rPr>
                        <a:t>Request a SOAP invoice</a:t>
                      </a:r>
                    </a:p>
                  </a:txBody>
                  <a:tcPr marL="73152" marR="73152" marT="27432" marB="27432" anchor="ctr">
                    <a:solidFill>
                      <a:srgbClr val="FFF0E5"/>
                    </a:solidFill>
                  </a:tcPr>
                </a:tc>
              </a:tr>
              <a:tr h="457200">
                <a:tc>
                  <a:txBody>
                    <a:bodyPr/>
                    <a:lstStyle/>
                    <a:p>
                      <a:r>
                        <a:rPr sz="1300" b="1" i="0">
                          <a:solidFill>
                            <a:srgbClr val="222222"/>
                          </a:solidFill>
                          <a:latin typeface="Times New Roman"/>
                          <a:ea typeface="Times New Roman"/>
                          <a:cs typeface="Times New Roman"/>
                        </a:rPr>
                        <a:t>GET</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/api/admin/orders</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Admin</a:t>
                      </a:r>
                    </a:p>
                  </a:txBody>
                  <a:tcPr marL="73152" marR="73152" marT="27432" marB="27432" anchor="ctr">
                    <a:solidFill>
                      <a:srgbClr val="FFFFFF"/>
                    </a:solidFill>
                  </a:tcPr>
                </a:tc>
                <a:tc>
                  <a:txBody>
                    <a:bodyPr/>
                    <a:lstStyle/>
                    <a:p>
                      <a:r>
                        <a:rPr sz="1300" b="0" i="0">
                          <a:solidFill>
                            <a:srgbClr val="222222"/>
                          </a:solidFill>
                          <a:latin typeface="Times New Roman"/>
                          <a:ea typeface="Times New Roman"/>
                          <a:cs typeface="Times New Roman"/>
                        </a:rPr>
                        <a:t>Order overview and reports</a:t>
                      </a:r>
                    </a:p>
                  </a:txBody>
                  <a:tcPr marL="73152" marR="73152" marT="27432" marB="27432" anchor="ctr">
                    <a:solidFill>
                      <a:srgbClr val="FFFFFF"/>
                    </a:solidFill>
                  </a:tcPr>
                </a:tc>
              </a:tr>
            </a:tbl>
          </a:graphicData>
        </a:graphic>
      </p:graphicFrame>
    </p:spTree>
    <p:extLst>
      <p:ext uri="{BB962C8B-B14F-4D97-AF65-F5344CB8AC3E}">
        <p14:creationId xmlns:p14="http://schemas.microsoft.com/office/powerpoint/2010/main" val="419021045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B6549FFC-DCDD-46FD-A388-FCFA2E84FC5D}"/>
              </a:ext>
            </a:extLst>
          </p:cNvPr>
          <p:cNvPicPr>
            <a:picLocks xmlns:a="http://schemas.openxmlformats.org/drawingml/2006/main" noChangeAspect="1"/>
          </p:cNvPicPr>
          <p:nvPr/>
        </p:nvPicPr>
        <p:blipFill>
          <a:blip xmlns:r="http://schemas.openxmlformats.org/officeDocument/2006/relationships" xmlns:a="http://schemas.openxmlformats.org/drawingml/2006/main" r:embed="R366aba0b2c8f4011"/>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71B84244-5510-4908-BD56-22AB96B48179}"/>
              </a:ext>
            </a:extLst>
          </p:cNvPr>
          <p:cNvPicPr>
            <a:picLocks xmlns:a="http://schemas.openxmlformats.org/drawingml/2006/main" noChangeAspect="1"/>
          </p:cNvPicPr>
          <p:nvPr/>
        </p:nvPicPr>
        <p:blipFill>
          <a:blip xmlns:r="http://schemas.openxmlformats.org/officeDocument/2006/relationships" xmlns:a="http://schemas.openxmlformats.org/drawingml/2006/main" r:embed="R71678c5fefd74b57"/>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F8DC725F-4E04-4D78-AE9F-E47BC6C4B063}"/>
              </a:ext>
            </a:extLst>
          </p:cNvPr>
          <p:cNvPicPr>
            <a:picLocks xmlns:a="http://schemas.openxmlformats.org/drawingml/2006/main" noChangeAspect="1"/>
          </p:cNvPicPr>
          <p:nvPr/>
        </p:nvPicPr>
        <p:blipFill>
          <a:blip xmlns:r="http://schemas.openxmlformats.org/officeDocument/2006/relationships" xmlns:a="http://schemas.openxmlformats.org/drawingml/2006/main" r:embed="R174703efc57b49ec"/>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200" b="1">
                <a:solidFill>
                  <a:schemeClr val="bg1"/>
                </a:solidFill>
                <a:latin typeface="Times New Roman"/>
                <a:ea typeface="Times New Roman"/>
                <a:cs typeface="Times New Roman"/>
              </a:rPr>
              <a:t>Security &amp; Access Control</a:t>
            </a:r>
          </a:p>
        </p:txBody>
      </p:sp>
      <p:pic>
        <p:nvPicPr>
          <p:cNvPr id="10" name="object 3">
            <a:extLst xmlns:a="http://schemas.openxmlformats.org/drawingml/2006/main">
              <a:ext uri="{FF2B5EF4-FFF2-40B4-BE49-F238E27FC236}">
                <a16:creationId xmlns:a16="http://schemas.microsoft.com/office/drawing/2014/main" id="{231A5A58-BE51-412C-9AF2-85486DA694D4}"/>
              </a:ext>
            </a:extLst>
          </p:cNvPr>
          <p:cNvPicPr>
            <a:picLocks xmlns:a="http://schemas.openxmlformats.org/drawingml/2006/main" noChangeAspect="1"/>
          </p:cNvPicPr>
          <p:nvPr/>
        </p:nvPicPr>
        <p:blipFill>
          <a:blip xmlns:r="http://schemas.openxmlformats.org/officeDocument/2006/relationships" xmlns:a="http://schemas.openxmlformats.org/drawingml/2006/main" r:embed="Rfaa005747666469e"/>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9A5A047E-7B34-4364-A9AD-9343077EA0C7}"/>
              </a:ext>
            </a:extLst>
          </p:cNvPr>
          <p:cNvSpPr>
            <a:spLocks xmlns:a="http://schemas.openxmlformats.org/drawingml/2006/main" noGrp="1"/>
          </p:cNvSpPr>
          <p:nvPr/>
        </p:nvSpPr>
        <p:spPr>
          <a:xfrm xmlns:a="http://schemas.openxmlformats.org/drawingml/2006/main">
            <a:off x="548640" y="1554480"/>
            <a:ext cx="4389120" cy="164592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2974C90B-90C6-4C35-905E-803003AB595F}"/>
              </a:ext>
            </a:extLst>
          </p:cNvPr>
          <p:cNvSpPr>
            <a:spLocks xmlns:a="http://schemas.openxmlformats.org/drawingml/2006/main" noGrp="1"/>
          </p:cNvSpPr>
          <p:nvPr/>
        </p:nvSpPr>
        <p:spPr>
          <a:xfrm xmlns:a="http://schemas.openxmlformats.org/drawingml/2006/main">
            <a:off x="731520" y="1755648"/>
            <a:ext cx="502920" cy="50292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1</a:t>
            </a:r>
          </a:p>
        </p:txBody>
      </p:sp>
      <p:sp>
        <p:nvSpPr>
          <p:cNvPr id="13" name="TextBox 12">
            <a:extLst xmlns:a="http://schemas.openxmlformats.org/drawingml/2006/main">
              <a:ext uri="{FF2B5EF4-FFF2-40B4-BE49-F238E27FC236}">
                <a16:creationId xmlns:a16="http://schemas.microsoft.com/office/drawing/2014/main" id="{C157F5C2-3D74-4590-8124-03ED73F57ED8}"/>
              </a:ext>
            </a:extLst>
          </p:cNvPr>
          <p:cNvSpPr>
            <a:spLocks xmlns:a="http://schemas.openxmlformats.org/drawingml/2006/main" noGrp="1"/>
          </p:cNvSpPr>
          <p:nvPr/>
        </p:nvSpPr>
        <p:spPr>
          <a:xfrm xmlns:a="http://schemas.openxmlformats.org/drawingml/2006/main">
            <a:off x="1417319" y="1737360"/>
            <a:ext cx="3383280" cy="45720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800" b="1" i="0">
                <a:solidFill>
                  <a:srgbClr val="FF6600"/>
                </a:solidFill>
                <a:latin typeface="Times New Roman"/>
                <a:ea typeface="Times New Roman"/>
                <a:cs typeface="Times New Roman"/>
              </a:rPr>
              <a:t>Role-based access</a:t>
            </a:r>
          </a:p>
        </p:txBody>
      </p:sp>
      <p:sp>
        <p:nvSpPr>
          <p:cNvPr id="14" name="TextBox 13">
            <a:extLst xmlns:a="http://schemas.openxmlformats.org/drawingml/2006/main">
              <a:ext uri="{FF2B5EF4-FFF2-40B4-BE49-F238E27FC236}">
                <a16:creationId xmlns:a16="http://schemas.microsoft.com/office/drawing/2014/main" id="{5D582553-1D91-4519-BB9C-199F6630739F}"/>
              </a:ext>
            </a:extLst>
          </p:cNvPr>
          <p:cNvSpPr>
            <a:spLocks xmlns:a="http://schemas.openxmlformats.org/drawingml/2006/main" noGrp="1"/>
          </p:cNvSpPr>
          <p:nvPr/>
        </p:nvSpPr>
        <p:spPr>
          <a:xfrm xmlns:a="http://schemas.openxmlformats.org/drawingml/2006/main">
            <a:off x="1417319" y="2212848"/>
            <a:ext cx="338328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Business services validate JWTs and enforce customer, seller and administrator roles.</a:t>
            </a:r>
          </a:p>
        </p:txBody>
      </p:sp>
      <p:sp>
        <p:nvSpPr>
          <p:cNvPr id="15" name="Rounded Rectangle 14">
            <a:extLst xmlns:a="http://schemas.openxmlformats.org/drawingml/2006/main">
              <a:ext uri="{FF2B5EF4-FFF2-40B4-BE49-F238E27FC236}">
                <a16:creationId xmlns:a16="http://schemas.microsoft.com/office/drawing/2014/main" id="{5E86BEAD-FA46-41AD-8ED5-AA5933056F72}"/>
              </a:ext>
            </a:extLst>
          </p:cNvPr>
          <p:cNvSpPr>
            <a:spLocks xmlns:a="http://schemas.openxmlformats.org/drawingml/2006/main" noGrp="1"/>
          </p:cNvSpPr>
          <p:nvPr/>
        </p:nvSpPr>
        <p:spPr>
          <a:xfrm xmlns:a="http://schemas.openxmlformats.org/drawingml/2006/main">
            <a:off x="5120640" y="1554480"/>
            <a:ext cx="4389120" cy="164592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2C76BE5E-4FBA-40CB-BE7B-A1D695C6570D}"/>
              </a:ext>
            </a:extLst>
          </p:cNvPr>
          <p:cNvSpPr>
            <a:spLocks xmlns:a="http://schemas.openxmlformats.org/drawingml/2006/main" noGrp="1"/>
          </p:cNvSpPr>
          <p:nvPr/>
        </p:nvSpPr>
        <p:spPr>
          <a:xfrm xmlns:a="http://schemas.openxmlformats.org/drawingml/2006/main">
            <a:off x="5303520" y="1755648"/>
            <a:ext cx="502920" cy="50292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2</a:t>
            </a:r>
          </a:p>
        </p:txBody>
      </p:sp>
      <p:sp>
        <p:nvSpPr>
          <p:cNvPr id="17" name="TextBox 16">
            <a:extLst xmlns:a="http://schemas.openxmlformats.org/drawingml/2006/main">
              <a:ext uri="{FF2B5EF4-FFF2-40B4-BE49-F238E27FC236}">
                <a16:creationId xmlns:a16="http://schemas.microsoft.com/office/drawing/2014/main" id="{2F8AC43F-69A3-4BB3-BC7E-E1352CC49A94}"/>
              </a:ext>
            </a:extLst>
          </p:cNvPr>
          <p:cNvSpPr>
            <a:spLocks xmlns:a="http://schemas.openxmlformats.org/drawingml/2006/main" noGrp="1"/>
          </p:cNvSpPr>
          <p:nvPr/>
        </p:nvSpPr>
        <p:spPr>
          <a:xfrm xmlns:a="http://schemas.openxmlformats.org/drawingml/2006/main">
            <a:off x="5989320" y="1737360"/>
            <a:ext cx="3383280" cy="36576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800" b="1" i="0">
                <a:solidFill>
                  <a:srgbClr val="1B3F8B"/>
                </a:solidFill>
                <a:latin typeface="Times New Roman"/>
                <a:ea typeface="Times New Roman"/>
                <a:cs typeface="Times New Roman"/>
              </a:rPr>
              <a:t>Product ownership</a:t>
            </a:r>
          </a:p>
        </p:txBody>
      </p:sp>
      <p:sp>
        <p:nvSpPr>
          <p:cNvPr id="18" name="TextBox 17">
            <a:extLst xmlns:a="http://schemas.openxmlformats.org/drawingml/2006/main">
              <a:ext uri="{FF2B5EF4-FFF2-40B4-BE49-F238E27FC236}">
                <a16:creationId xmlns:a16="http://schemas.microsoft.com/office/drawing/2014/main" id="{7B43421B-622B-4341-8FC1-37B573E5F4E5}"/>
              </a:ext>
            </a:extLst>
          </p:cNvPr>
          <p:cNvSpPr>
            <a:spLocks xmlns:a="http://schemas.openxmlformats.org/drawingml/2006/main" noGrp="1"/>
          </p:cNvSpPr>
          <p:nvPr/>
        </p:nvSpPr>
        <p:spPr>
          <a:xfrm xmlns:a="http://schemas.openxmlformats.org/drawingml/2006/main">
            <a:off x="5989320" y="2212848"/>
            <a:ext cx="338328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Sellers and administrators can change only the products they own.</a:t>
            </a:r>
          </a:p>
        </p:txBody>
      </p:sp>
      <p:sp>
        <p:nvSpPr>
          <p:cNvPr id="19" name="Rounded Rectangle 18">
            <a:extLst xmlns:a="http://schemas.openxmlformats.org/drawingml/2006/main">
              <a:ext uri="{FF2B5EF4-FFF2-40B4-BE49-F238E27FC236}">
                <a16:creationId xmlns:a16="http://schemas.microsoft.com/office/drawing/2014/main" id="{347404D4-F8F0-46F2-AC27-1FE71750DFD5}"/>
              </a:ext>
            </a:extLst>
          </p:cNvPr>
          <p:cNvSpPr>
            <a:spLocks xmlns:a="http://schemas.openxmlformats.org/drawingml/2006/main" noGrp="1"/>
          </p:cNvSpPr>
          <p:nvPr/>
        </p:nvSpPr>
        <p:spPr>
          <a:xfrm xmlns:a="http://schemas.openxmlformats.org/drawingml/2006/main">
            <a:off x="548640" y="3383280"/>
            <a:ext cx="4389120" cy="164592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B621A947-FE81-4863-B3D8-BC7DDB580157}"/>
              </a:ext>
            </a:extLst>
          </p:cNvPr>
          <p:cNvSpPr>
            <a:spLocks xmlns:a="http://schemas.openxmlformats.org/drawingml/2006/main" noGrp="1"/>
          </p:cNvSpPr>
          <p:nvPr/>
        </p:nvSpPr>
        <p:spPr>
          <a:xfrm xmlns:a="http://schemas.openxmlformats.org/drawingml/2006/main">
            <a:off x="731520" y="3584448"/>
            <a:ext cx="502920" cy="50292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3</a:t>
            </a:r>
          </a:p>
        </p:txBody>
      </p:sp>
      <p:sp>
        <p:nvSpPr>
          <p:cNvPr id="21" name="TextBox 20">
            <a:extLst xmlns:a="http://schemas.openxmlformats.org/drawingml/2006/main">
              <a:ext uri="{FF2B5EF4-FFF2-40B4-BE49-F238E27FC236}">
                <a16:creationId xmlns:a16="http://schemas.microsoft.com/office/drawing/2014/main" id="{8B47996A-D7A2-4C82-882D-B80800E1B679}"/>
              </a:ext>
            </a:extLst>
          </p:cNvPr>
          <p:cNvSpPr>
            <a:spLocks xmlns:a="http://schemas.openxmlformats.org/drawingml/2006/main" noGrp="1"/>
          </p:cNvSpPr>
          <p:nvPr/>
        </p:nvSpPr>
        <p:spPr>
          <a:xfrm xmlns:a="http://schemas.openxmlformats.org/drawingml/2006/main">
            <a:off x="1417319" y="3566160"/>
            <a:ext cx="3383280" cy="36576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800" b="1" i="0">
                <a:solidFill>
                  <a:srgbClr val="1B3F8B"/>
                </a:solidFill>
                <a:latin typeface="Times New Roman"/>
                <a:ea typeface="Times New Roman"/>
                <a:cs typeface="Times New Roman"/>
              </a:rPr>
              <a:t>Separate admin portal</a:t>
            </a:r>
          </a:p>
        </p:txBody>
      </p:sp>
      <p:sp>
        <p:nvSpPr>
          <p:cNvPr id="22" name="TextBox 21">
            <a:extLst xmlns:a="http://schemas.openxmlformats.org/drawingml/2006/main">
              <a:ext uri="{FF2B5EF4-FFF2-40B4-BE49-F238E27FC236}">
                <a16:creationId xmlns:a16="http://schemas.microsoft.com/office/drawing/2014/main" id="{F52E6337-FC86-46D8-9C11-045A4D895319}"/>
              </a:ext>
            </a:extLst>
          </p:cNvPr>
          <p:cNvSpPr>
            <a:spLocks xmlns:a="http://schemas.openxmlformats.org/drawingml/2006/main" noGrp="1"/>
          </p:cNvSpPr>
          <p:nvPr/>
        </p:nvSpPr>
        <p:spPr>
          <a:xfrm xmlns:a="http://schemas.openxmlformats.org/drawingml/2006/main">
            <a:off x="1417319" y="4041648"/>
            <a:ext cx="338328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Admins sign in through /admin. Admin accounts do not use customer checkout.</a:t>
            </a:r>
          </a:p>
        </p:txBody>
      </p:sp>
      <p:sp>
        <p:nvSpPr>
          <p:cNvPr id="23" name="Rounded Rectangle 22">
            <a:extLst xmlns:a="http://schemas.openxmlformats.org/drawingml/2006/main">
              <a:ext uri="{FF2B5EF4-FFF2-40B4-BE49-F238E27FC236}">
                <a16:creationId xmlns:a16="http://schemas.microsoft.com/office/drawing/2014/main" id="{7FEAA677-FC94-4581-AA57-DAFE124F784C}"/>
              </a:ext>
            </a:extLst>
          </p:cNvPr>
          <p:cNvSpPr>
            <a:spLocks xmlns:a="http://schemas.openxmlformats.org/drawingml/2006/main" noGrp="1"/>
          </p:cNvSpPr>
          <p:nvPr/>
        </p:nvSpPr>
        <p:spPr>
          <a:xfrm xmlns:a="http://schemas.openxmlformats.org/drawingml/2006/main">
            <a:off x="5120640" y="3383280"/>
            <a:ext cx="4389120" cy="164592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F096FB5C-ECEF-43EC-863D-88C68074F7C8}"/>
              </a:ext>
            </a:extLst>
          </p:cNvPr>
          <p:cNvSpPr>
            <a:spLocks xmlns:a="http://schemas.openxmlformats.org/drawingml/2006/main" noGrp="1"/>
          </p:cNvSpPr>
          <p:nvPr/>
        </p:nvSpPr>
        <p:spPr>
          <a:xfrm xmlns:a="http://schemas.openxmlformats.org/drawingml/2006/main">
            <a:off x="5303520" y="3584448"/>
            <a:ext cx="502920" cy="50292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4</a:t>
            </a:r>
          </a:p>
        </p:txBody>
      </p:sp>
      <p:sp>
        <p:nvSpPr>
          <p:cNvPr id="25" name="TextBox 24">
            <a:extLst xmlns:a="http://schemas.openxmlformats.org/drawingml/2006/main">
              <a:ext uri="{FF2B5EF4-FFF2-40B4-BE49-F238E27FC236}">
                <a16:creationId xmlns:a16="http://schemas.microsoft.com/office/drawing/2014/main" id="{D6C96F04-AE97-4B0F-8E8E-90D43FE9027A}"/>
              </a:ext>
            </a:extLst>
          </p:cNvPr>
          <p:cNvSpPr>
            <a:spLocks xmlns:a="http://schemas.openxmlformats.org/drawingml/2006/main" noGrp="1"/>
          </p:cNvSpPr>
          <p:nvPr/>
        </p:nvSpPr>
        <p:spPr>
          <a:xfrm xmlns:a="http://schemas.openxmlformats.org/drawingml/2006/main">
            <a:off x="5989320" y="3566160"/>
            <a:ext cx="3383280" cy="36576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800" b="1" i="0">
                <a:solidFill>
                  <a:srgbClr val="FF6600"/>
                </a:solidFill>
                <a:latin typeface="Times New Roman"/>
                <a:ea typeface="Times New Roman"/>
                <a:cs typeface="Times New Roman"/>
              </a:rPr>
              <a:t>Password protection</a:t>
            </a:r>
          </a:p>
        </p:txBody>
      </p:sp>
      <p:sp>
        <p:nvSpPr>
          <p:cNvPr id="26" name="TextBox 25">
            <a:extLst xmlns:a="http://schemas.openxmlformats.org/drawingml/2006/main">
              <a:ext uri="{FF2B5EF4-FFF2-40B4-BE49-F238E27FC236}">
                <a16:creationId xmlns:a16="http://schemas.microsoft.com/office/drawing/2014/main" id="{CA5F0118-4C4D-421F-9624-815C4D3729BD}"/>
              </a:ext>
            </a:extLst>
          </p:cNvPr>
          <p:cNvSpPr>
            <a:spLocks xmlns:a="http://schemas.openxmlformats.org/drawingml/2006/main" noGrp="1"/>
          </p:cNvSpPr>
          <p:nvPr/>
        </p:nvSpPr>
        <p:spPr>
          <a:xfrm xmlns:a="http://schemas.openxmlformats.org/drawingml/2006/main">
            <a:off x="5989320" y="4041648"/>
            <a:ext cx="338328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BCrypt hashes protect stored passwords. Registration validates email and password length.</a:t>
            </a:r>
          </a:p>
        </p:txBody>
      </p:sp>
      <p:sp>
        <p:nvSpPr>
          <p:cNvPr id="27" name="Rounded Rectangle 26">
            <a:extLst xmlns:a="http://schemas.openxmlformats.org/drawingml/2006/main">
              <a:ext uri="{FF2B5EF4-FFF2-40B4-BE49-F238E27FC236}">
                <a16:creationId xmlns:a16="http://schemas.microsoft.com/office/drawing/2014/main" id="{8FF15435-39B5-4228-BEE3-DF2F4DBA267E}"/>
              </a:ext>
            </a:extLst>
          </p:cNvPr>
          <p:cNvSpPr>
            <a:spLocks xmlns:a="http://schemas.openxmlformats.org/drawingml/2006/main" noGrp="1"/>
          </p:cNvSpPr>
          <p:nvPr/>
        </p:nvSpPr>
        <p:spPr>
          <a:xfrm xmlns:a="http://schemas.openxmlformats.org/drawingml/2006/main">
            <a:off x="548640" y="5212080"/>
            <a:ext cx="4389120" cy="164592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52D2BC69-AF48-4376-BEE1-3FFFA624D98A}"/>
              </a:ext>
            </a:extLst>
          </p:cNvPr>
          <p:cNvSpPr>
            <a:spLocks xmlns:a="http://schemas.openxmlformats.org/drawingml/2006/main" noGrp="1"/>
          </p:cNvSpPr>
          <p:nvPr/>
        </p:nvSpPr>
        <p:spPr>
          <a:xfrm xmlns:a="http://schemas.openxmlformats.org/drawingml/2006/main">
            <a:off x="731520" y="5413248"/>
            <a:ext cx="502920" cy="50292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5</a:t>
            </a:r>
          </a:p>
        </p:txBody>
      </p:sp>
      <p:sp>
        <p:nvSpPr>
          <p:cNvPr id="29" name="TextBox 28">
            <a:extLst xmlns:a="http://schemas.openxmlformats.org/drawingml/2006/main">
              <a:ext uri="{FF2B5EF4-FFF2-40B4-BE49-F238E27FC236}">
                <a16:creationId xmlns:a16="http://schemas.microsoft.com/office/drawing/2014/main" id="{E7C7A493-253A-41DA-A74A-2611BD14A91C}"/>
              </a:ext>
            </a:extLst>
          </p:cNvPr>
          <p:cNvSpPr>
            <a:spLocks xmlns:a="http://schemas.openxmlformats.org/drawingml/2006/main" noGrp="1"/>
          </p:cNvSpPr>
          <p:nvPr/>
        </p:nvSpPr>
        <p:spPr>
          <a:xfrm xmlns:a="http://schemas.openxmlformats.org/drawingml/2006/main">
            <a:off x="1417319" y="5394960"/>
            <a:ext cx="3383280" cy="36576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800" b="1" i="0">
                <a:solidFill>
                  <a:srgbClr val="FF6600"/>
                </a:solidFill>
                <a:latin typeface="Times New Roman"/>
                <a:ea typeface="Times New Roman"/>
                <a:cs typeface="Times New Roman"/>
              </a:rPr>
              <a:t>Input validation</a:t>
            </a:r>
          </a:p>
        </p:txBody>
      </p:sp>
      <p:sp>
        <p:nvSpPr>
          <p:cNvPr id="30" name="TextBox 29">
            <a:extLst xmlns:a="http://schemas.openxmlformats.org/drawingml/2006/main">
              <a:ext uri="{FF2B5EF4-FFF2-40B4-BE49-F238E27FC236}">
                <a16:creationId xmlns:a16="http://schemas.microsoft.com/office/drawing/2014/main" id="{9E1798A8-5C8E-4967-9B05-F7E7F30E4E22}"/>
              </a:ext>
            </a:extLst>
          </p:cNvPr>
          <p:cNvSpPr>
            <a:spLocks xmlns:a="http://schemas.openxmlformats.org/drawingml/2006/main" noGrp="1"/>
          </p:cNvSpPr>
          <p:nvPr/>
        </p:nvSpPr>
        <p:spPr>
          <a:xfrm xmlns:a="http://schemas.openxmlformats.org/drawingml/2006/main">
            <a:off x="1417319" y="5870448"/>
            <a:ext cx="338328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The backend checks addresses, quantities and stock, and returns consistent errors.</a:t>
            </a:r>
          </a:p>
        </p:txBody>
      </p:sp>
      <p:sp>
        <p:nvSpPr>
          <p:cNvPr id="31" name="Rounded Rectangle 30">
            <a:extLst xmlns:a="http://schemas.openxmlformats.org/drawingml/2006/main">
              <a:ext uri="{FF2B5EF4-FFF2-40B4-BE49-F238E27FC236}">
                <a16:creationId xmlns:a16="http://schemas.microsoft.com/office/drawing/2014/main" id="{2973ABC0-D9EC-4F92-B1E0-46E3F8EE756F}"/>
              </a:ext>
            </a:extLst>
          </p:cNvPr>
          <p:cNvSpPr>
            <a:spLocks xmlns:a="http://schemas.openxmlformats.org/drawingml/2006/main" noGrp="1"/>
          </p:cNvSpPr>
          <p:nvPr/>
        </p:nvSpPr>
        <p:spPr>
          <a:xfrm xmlns:a="http://schemas.openxmlformats.org/drawingml/2006/main">
            <a:off x="5120640" y="5212080"/>
            <a:ext cx="4389120" cy="164592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2" name="Oval 31">
            <a:extLst xmlns:a="http://schemas.openxmlformats.org/drawingml/2006/main">
              <a:ext uri="{FF2B5EF4-FFF2-40B4-BE49-F238E27FC236}">
                <a16:creationId xmlns:a16="http://schemas.microsoft.com/office/drawing/2014/main" id="{212E9E2C-B2CB-4991-8C9F-84DC36EE5568}"/>
              </a:ext>
            </a:extLst>
          </p:cNvPr>
          <p:cNvSpPr>
            <a:spLocks xmlns:a="http://schemas.openxmlformats.org/drawingml/2006/main" noGrp="1"/>
          </p:cNvSpPr>
          <p:nvPr/>
        </p:nvSpPr>
        <p:spPr>
          <a:xfrm xmlns:a="http://schemas.openxmlformats.org/drawingml/2006/main">
            <a:off x="5303520" y="5413248"/>
            <a:ext cx="502920" cy="50292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1600" b="1" i="0">
                <a:solidFill>
                  <a:srgbClr val="FFFFFF"/>
                </a:solidFill>
                <a:latin typeface="Times New Roman"/>
                <a:ea typeface="Times New Roman"/>
                <a:cs typeface="Times New Roman"/>
              </a:rPr>
              <a:t>6</a:t>
            </a:r>
          </a:p>
        </p:txBody>
      </p:sp>
      <p:sp>
        <p:nvSpPr>
          <p:cNvPr id="33" name="TextBox 32">
            <a:extLst xmlns:a="http://schemas.openxmlformats.org/drawingml/2006/main">
              <a:ext uri="{FF2B5EF4-FFF2-40B4-BE49-F238E27FC236}">
                <a16:creationId xmlns:a16="http://schemas.microsoft.com/office/drawing/2014/main" id="{57EE8873-06ED-4118-B94C-90C1C5B87F88}"/>
              </a:ext>
            </a:extLst>
          </p:cNvPr>
          <p:cNvSpPr>
            <a:spLocks xmlns:a="http://schemas.openxmlformats.org/drawingml/2006/main" noGrp="1"/>
          </p:cNvSpPr>
          <p:nvPr/>
        </p:nvSpPr>
        <p:spPr>
          <a:xfrm xmlns:a="http://schemas.openxmlformats.org/drawingml/2006/main">
            <a:off x="5989320" y="5394960"/>
            <a:ext cx="3383280" cy="36576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l">
              <a:spcAft>
                <a:spcPts val="400"/>
              </a:spcAft>
              <a:buNone/>
            </a:pPr>
            <a:r>
              <a:rPr sz="1800" b="1" i="0">
                <a:solidFill>
                  <a:srgbClr val="1B3F8B"/>
                </a:solidFill>
                <a:latin typeface="Times New Roman"/>
                <a:ea typeface="Times New Roman"/>
                <a:cs typeface="Times New Roman"/>
              </a:rPr>
              <a:t>AOP logging</a:t>
            </a:r>
          </a:p>
        </p:txBody>
      </p:sp>
      <p:sp>
        <p:nvSpPr>
          <p:cNvPr id="34" name="TextBox 33">
            <a:extLst xmlns:a="http://schemas.openxmlformats.org/drawingml/2006/main">
              <a:ext uri="{FF2B5EF4-FFF2-40B4-BE49-F238E27FC236}">
                <a16:creationId xmlns:a16="http://schemas.microsoft.com/office/drawing/2014/main" id="{FD5D6A4D-641B-4D24-8AEE-ABBFBE9333D5}"/>
              </a:ext>
            </a:extLst>
          </p:cNvPr>
          <p:cNvSpPr>
            <a:spLocks xmlns:a="http://schemas.openxmlformats.org/drawingml/2006/main" noGrp="1"/>
          </p:cNvSpPr>
          <p:nvPr/>
        </p:nvSpPr>
        <p:spPr>
          <a:xfrm xmlns:a="http://schemas.openxmlformats.org/drawingml/2006/main">
            <a:off x="5989320" y="5870448"/>
            <a:ext cx="338328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spcAft>
                <a:spcPts val="400"/>
              </a:spcAft>
              <a:buNone/>
            </a:pPr>
            <a:r>
              <a:rPr sz="1500" b="0" i="0">
                <a:solidFill>
                  <a:srgbClr val="222222"/>
                </a:solidFill>
                <a:latin typeface="Times New Roman"/>
                <a:ea typeface="Times New Roman"/>
                <a:cs typeface="Times New Roman"/>
              </a:rPr>
              <a:t>Service logs record operation, outcome, execution time and trace ID without request contents.</a:t>
            </a:r>
          </a:p>
        </p:txBody>
      </p:sp>
    </p:spTree>
    <p:extLst>
      <p:ext uri="{BB962C8B-B14F-4D97-AF65-F5344CB8AC3E}">
        <p14:creationId xmlns:p14="http://schemas.microsoft.com/office/powerpoint/2010/main" val="41902104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8C230B7D-0FDD-4A22-9570-86483D2411AB}"/>
              </a:ext>
            </a:extLst>
          </p:cNvPr>
          <p:cNvPicPr>
            <a:picLocks xmlns:a="http://schemas.openxmlformats.org/drawingml/2006/main" noChangeAspect="1"/>
          </p:cNvPicPr>
          <p:nvPr/>
        </p:nvPicPr>
        <p:blipFill>
          <a:blip xmlns:r="http://schemas.openxmlformats.org/officeDocument/2006/relationships" xmlns:a="http://schemas.openxmlformats.org/drawingml/2006/main" r:embed="R4fef9d83ccb7487b"/>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5FE8C881-4766-4914-A50A-E1B19A229B7C}"/>
              </a:ext>
            </a:extLst>
          </p:cNvPr>
          <p:cNvPicPr>
            <a:picLocks xmlns:a="http://schemas.openxmlformats.org/drawingml/2006/main" noChangeAspect="1"/>
          </p:cNvPicPr>
          <p:nvPr/>
        </p:nvPicPr>
        <p:blipFill>
          <a:blip xmlns:r="http://schemas.openxmlformats.org/officeDocument/2006/relationships" xmlns:a="http://schemas.openxmlformats.org/drawingml/2006/main" r:embed="R8c7bce6e681e466d"/>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EAC6B781-21B5-43B0-A9DD-89A099C25CA1}"/>
              </a:ext>
            </a:extLst>
          </p:cNvPr>
          <p:cNvPicPr>
            <a:picLocks xmlns:a="http://schemas.openxmlformats.org/drawingml/2006/main" noChangeAspect="1"/>
          </p:cNvPicPr>
          <p:nvPr/>
        </p:nvPicPr>
        <p:blipFill>
          <a:blip xmlns:r="http://schemas.openxmlformats.org/officeDocument/2006/relationships" xmlns:a="http://schemas.openxmlformats.org/drawingml/2006/main" r:embed="R9e4727f8c412400f"/>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Future Scope</a:t>
            </a:r>
          </a:p>
        </p:txBody>
      </p:sp>
      <p:pic>
        <p:nvPicPr>
          <p:cNvPr id="10" name="object 3">
            <a:extLst xmlns:a="http://schemas.openxmlformats.org/drawingml/2006/main">
              <a:ext uri="{FF2B5EF4-FFF2-40B4-BE49-F238E27FC236}">
                <a16:creationId xmlns:a16="http://schemas.microsoft.com/office/drawing/2014/main" id="{081E1AB6-92F5-4035-BBE6-FA5DCB51AC4A}"/>
              </a:ext>
            </a:extLst>
          </p:cNvPr>
          <p:cNvPicPr>
            <a:picLocks xmlns:a="http://schemas.openxmlformats.org/drawingml/2006/main" noChangeAspect="1"/>
          </p:cNvPicPr>
          <p:nvPr/>
        </p:nvPicPr>
        <p:blipFill>
          <a:blip xmlns:r="http://schemas.openxmlformats.org/officeDocument/2006/relationships" xmlns:a="http://schemas.openxmlformats.org/drawingml/2006/main" r:embed="R8940345845294764"/>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6B4CAEA8-0F40-4F08-A38A-CF12A6D118FA}"/>
              </a:ext>
            </a:extLst>
          </p:cNvPr>
          <p:cNvSpPr>
            <a:spLocks xmlns:a="http://schemas.openxmlformats.org/drawingml/2006/main" noGrp="1"/>
          </p:cNvSpPr>
          <p:nvPr/>
        </p:nvSpPr>
        <p:spPr>
          <a:xfrm xmlns:a="http://schemas.openxmlformats.org/drawingml/2006/main">
            <a:off x="548640" y="1600200"/>
            <a:ext cx="2834640" cy="246888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6BF92111-2550-414B-AF0C-E087306589BD}"/>
              </a:ext>
            </a:extLst>
          </p:cNvPr>
          <p:cNvSpPr>
            <a:spLocks xmlns:a="http://schemas.openxmlformats.org/drawingml/2006/main" noGrp="1"/>
          </p:cNvSpPr>
          <p:nvPr/>
        </p:nvSpPr>
        <p:spPr>
          <a:xfrm xmlns:a="http://schemas.openxmlformats.org/drawingml/2006/main">
            <a:off x="1645919" y="1828800"/>
            <a:ext cx="640080" cy="64008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000" b="1" i="0">
                <a:solidFill>
                  <a:srgbClr val="FFFFFF"/>
                </a:solidFill>
                <a:latin typeface="Times New Roman"/>
                <a:ea typeface="Times New Roman"/>
                <a:cs typeface="Times New Roman"/>
              </a:rPr>
              <a:t>1</a:t>
            </a:r>
          </a:p>
        </p:txBody>
      </p:sp>
      <p:sp>
        <p:nvSpPr>
          <p:cNvPr id="13" name="TextBox 12">
            <a:extLst xmlns:a="http://schemas.openxmlformats.org/drawingml/2006/main">
              <a:ext uri="{FF2B5EF4-FFF2-40B4-BE49-F238E27FC236}">
                <a16:creationId xmlns:a16="http://schemas.microsoft.com/office/drawing/2014/main" id="{4450D832-51B2-4926-9D65-7DADBC9343EF}"/>
              </a:ext>
            </a:extLst>
          </p:cNvPr>
          <p:cNvSpPr>
            <a:spLocks xmlns:a="http://schemas.openxmlformats.org/drawingml/2006/main" noGrp="1"/>
          </p:cNvSpPr>
          <p:nvPr/>
        </p:nvSpPr>
        <p:spPr>
          <a:xfrm xmlns:a="http://schemas.openxmlformats.org/drawingml/2006/main">
            <a:off x="685800" y="2606040"/>
            <a:ext cx="2560320" cy="4114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800" b="1" i="0">
                <a:solidFill>
                  <a:srgbClr val="FF6600"/>
                </a:solidFill>
                <a:latin typeface="Times New Roman"/>
                <a:ea typeface="Times New Roman"/>
                <a:cs typeface="Times New Roman"/>
              </a:rPr>
              <a:t>Online payments</a:t>
            </a:r>
          </a:p>
        </p:txBody>
      </p:sp>
      <p:sp>
        <p:nvSpPr>
          <p:cNvPr id="14" name="TextBox 13">
            <a:extLst xmlns:a="http://schemas.openxmlformats.org/drawingml/2006/main">
              <a:ext uri="{FF2B5EF4-FFF2-40B4-BE49-F238E27FC236}">
                <a16:creationId xmlns:a16="http://schemas.microsoft.com/office/drawing/2014/main" id="{18AB6758-F5B8-45BA-8E20-4BE7AA5F3F4B}"/>
              </a:ext>
            </a:extLst>
          </p:cNvPr>
          <p:cNvSpPr>
            <a:spLocks xmlns:a="http://schemas.openxmlformats.org/drawingml/2006/main" noGrp="1"/>
          </p:cNvSpPr>
          <p:nvPr/>
        </p:nvSpPr>
        <p:spPr>
          <a:xfrm xmlns:a="http://schemas.openxmlformats.org/drawingml/2006/main">
            <a:off x="731520" y="3063240"/>
            <a:ext cx="246888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500" b="0" i="0">
                <a:solidFill>
                  <a:srgbClr val="222222"/>
                </a:solidFill>
                <a:latin typeface="Times New Roman"/>
                <a:ea typeface="Times New Roman"/>
                <a:cs typeface="Times New Roman"/>
              </a:rPr>
              <a:t>Connect a payment provider for actual online payments.</a:t>
            </a:r>
          </a:p>
        </p:txBody>
      </p:sp>
      <p:sp>
        <p:nvSpPr>
          <p:cNvPr id="15" name="Rounded Rectangle 14">
            <a:extLst xmlns:a="http://schemas.openxmlformats.org/drawingml/2006/main">
              <a:ext uri="{FF2B5EF4-FFF2-40B4-BE49-F238E27FC236}">
                <a16:creationId xmlns:a16="http://schemas.microsoft.com/office/drawing/2014/main" id="{7A7F6789-3483-4CFD-A486-68EE9D105477}"/>
              </a:ext>
            </a:extLst>
          </p:cNvPr>
          <p:cNvSpPr>
            <a:spLocks xmlns:a="http://schemas.openxmlformats.org/drawingml/2006/main" noGrp="1"/>
          </p:cNvSpPr>
          <p:nvPr/>
        </p:nvSpPr>
        <p:spPr>
          <a:xfrm xmlns:a="http://schemas.openxmlformats.org/drawingml/2006/main">
            <a:off x="3593592" y="1600200"/>
            <a:ext cx="2834640" cy="246888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262919AE-4581-4C7B-9C7B-7CFA1F15D51F}"/>
              </a:ext>
            </a:extLst>
          </p:cNvPr>
          <p:cNvSpPr>
            <a:spLocks xmlns:a="http://schemas.openxmlformats.org/drawingml/2006/main" noGrp="1"/>
          </p:cNvSpPr>
          <p:nvPr/>
        </p:nvSpPr>
        <p:spPr>
          <a:xfrm xmlns:a="http://schemas.openxmlformats.org/drawingml/2006/main">
            <a:off x="4690872" y="1828800"/>
            <a:ext cx="640080" cy="64008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000" b="1" i="0">
                <a:solidFill>
                  <a:srgbClr val="FFFFFF"/>
                </a:solidFill>
                <a:latin typeface="Times New Roman"/>
                <a:ea typeface="Times New Roman"/>
                <a:cs typeface="Times New Roman"/>
              </a:rPr>
              <a:t>2</a:t>
            </a:r>
          </a:p>
        </p:txBody>
      </p:sp>
      <p:sp>
        <p:nvSpPr>
          <p:cNvPr id="17" name="TextBox 16">
            <a:extLst xmlns:a="http://schemas.openxmlformats.org/drawingml/2006/main">
              <a:ext uri="{FF2B5EF4-FFF2-40B4-BE49-F238E27FC236}">
                <a16:creationId xmlns:a16="http://schemas.microsoft.com/office/drawing/2014/main" id="{7A89EDBC-8A19-4BFF-819C-D7764C3AA665}"/>
              </a:ext>
            </a:extLst>
          </p:cNvPr>
          <p:cNvSpPr>
            <a:spLocks xmlns:a="http://schemas.openxmlformats.org/drawingml/2006/main" noGrp="1"/>
          </p:cNvSpPr>
          <p:nvPr/>
        </p:nvSpPr>
        <p:spPr>
          <a:xfrm xmlns:a="http://schemas.openxmlformats.org/drawingml/2006/main">
            <a:off x="3730752" y="2606040"/>
            <a:ext cx="256032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800" b="1" i="0">
                <a:solidFill>
                  <a:srgbClr val="1B3F8B"/>
                </a:solidFill>
                <a:latin typeface="Times New Roman"/>
                <a:ea typeface="Times New Roman"/>
                <a:cs typeface="Times New Roman"/>
              </a:rPr>
              <a:t>Order notifications</a:t>
            </a:r>
          </a:p>
        </p:txBody>
      </p:sp>
      <p:sp>
        <p:nvSpPr>
          <p:cNvPr id="18" name="TextBox 17">
            <a:extLst xmlns:a="http://schemas.openxmlformats.org/drawingml/2006/main">
              <a:ext uri="{FF2B5EF4-FFF2-40B4-BE49-F238E27FC236}">
                <a16:creationId xmlns:a16="http://schemas.microsoft.com/office/drawing/2014/main" id="{5900977E-4E49-4A54-849B-7F6936298DBA}"/>
              </a:ext>
            </a:extLst>
          </p:cNvPr>
          <p:cNvSpPr>
            <a:spLocks xmlns:a="http://schemas.openxmlformats.org/drawingml/2006/main" noGrp="1"/>
          </p:cNvSpPr>
          <p:nvPr/>
        </p:nvSpPr>
        <p:spPr>
          <a:xfrm xmlns:a="http://schemas.openxmlformats.org/drawingml/2006/main">
            <a:off x="3776472" y="3063240"/>
            <a:ext cx="246888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500" b="0" i="0">
                <a:solidFill>
                  <a:srgbClr val="222222"/>
                </a:solidFill>
                <a:latin typeface="Times New Roman"/>
                <a:ea typeface="Times New Roman"/>
                <a:cs typeface="Times New Roman"/>
              </a:rPr>
              <a:t>Notify customers about order and delivery updates.</a:t>
            </a:r>
          </a:p>
        </p:txBody>
      </p:sp>
      <p:sp>
        <p:nvSpPr>
          <p:cNvPr id="19" name="Rounded Rectangle 18">
            <a:extLst xmlns:a="http://schemas.openxmlformats.org/drawingml/2006/main">
              <a:ext uri="{FF2B5EF4-FFF2-40B4-BE49-F238E27FC236}">
                <a16:creationId xmlns:a16="http://schemas.microsoft.com/office/drawing/2014/main" id="{6F6FD649-5F06-4FF4-82AD-31FE37CCE56D}"/>
              </a:ext>
            </a:extLst>
          </p:cNvPr>
          <p:cNvSpPr>
            <a:spLocks xmlns:a="http://schemas.openxmlformats.org/drawingml/2006/main" noGrp="1"/>
          </p:cNvSpPr>
          <p:nvPr/>
        </p:nvSpPr>
        <p:spPr>
          <a:xfrm xmlns:a="http://schemas.openxmlformats.org/drawingml/2006/main">
            <a:off x="6638544" y="1600200"/>
            <a:ext cx="2834640" cy="246888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C01A3233-56BF-4CED-B7E4-E9BD042E99A4}"/>
              </a:ext>
            </a:extLst>
          </p:cNvPr>
          <p:cNvSpPr>
            <a:spLocks xmlns:a="http://schemas.openxmlformats.org/drawingml/2006/main" noGrp="1"/>
          </p:cNvSpPr>
          <p:nvPr/>
        </p:nvSpPr>
        <p:spPr>
          <a:xfrm xmlns:a="http://schemas.openxmlformats.org/drawingml/2006/main">
            <a:off x="7735823" y="1828800"/>
            <a:ext cx="640080" cy="64008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000" b="1" i="0">
                <a:solidFill>
                  <a:srgbClr val="FFFFFF"/>
                </a:solidFill>
                <a:latin typeface="Times New Roman"/>
                <a:ea typeface="Times New Roman"/>
                <a:cs typeface="Times New Roman"/>
              </a:rPr>
              <a:t>3</a:t>
            </a:r>
          </a:p>
        </p:txBody>
      </p:sp>
      <p:sp>
        <p:nvSpPr>
          <p:cNvPr id="21" name="TextBox 20">
            <a:extLst xmlns:a="http://schemas.openxmlformats.org/drawingml/2006/main">
              <a:ext uri="{FF2B5EF4-FFF2-40B4-BE49-F238E27FC236}">
                <a16:creationId xmlns:a16="http://schemas.microsoft.com/office/drawing/2014/main" id="{1FDE5993-4D09-464F-8064-4D18D5DEB7F4}"/>
              </a:ext>
            </a:extLst>
          </p:cNvPr>
          <p:cNvSpPr>
            <a:spLocks xmlns:a="http://schemas.openxmlformats.org/drawingml/2006/main" noGrp="1"/>
          </p:cNvSpPr>
          <p:nvPr/>
        </p:nvSpPr>
        <p:spPr>
          <a:xfrm xmlns:a="http://schemas.openxmlformats.org/drawingml/2006/main">
            <a:off x="6775704" y="2606040"/>
            <a:ext cx="2560320" cy="4114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800" b="1" i="0">
                <a:solidFill>
                  <a:srgbClr val="FF6600"/>
                </a:solidFill>
                <a:latin typeface="Times New Roman"/>
                <a:ea typeface="Times New Roman"/>
                <a:cs typeface="Times New Roman"/>
              </a:rPr>
              <a:t>Mobile app</a:t>
            </a:r>
          </a:p>
        </p:txBody>
      </p:sp>
      <p:sp>
        <p:nvSpPr>
          <p:cNvPr id="22" name="TextBox 21">
            <a:extLst xmlns:a="http://schemas.openxmlformats.org/drawingml/2006/main">
              <a:ext uri="{FF2B5EF4-FFF2-40B4-BE49-F238E27FC236}">
                <a16:creationId xmlns:a16="http://schemas.microsoft.com/office/drawing/2014/main" id="{A73B8922-DC9A-4E90-8765-0C88AFB74376}"/>
              </a:ext>
            </a:extLst>
          </p:cNvPr>
          <p:cNvSpPr>
            <a:spLocks xmlns:a="http://schemas.openxmlformats.org/drawingml/2006/main" noGrp="1"/>
          </p:cNvSpPr>
          <p:nvPr/>
        </p:nvSpPr>
        <p:spPr>
          <a:xfrm xmlns:a="http://schemas.openxmlformats.org/drawingml/2006/main">
            <a:off x="6821424" y="3063240"/>
            <a:ext cx="246888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500" b="0" i="0">
                <a:solidFill>
                  <a:srgbClr val="222222"/>
                </a:solidFill>
                <a:latin typeface="Times New Roman"/>
                <a:ea typeface="Times New Roman"/>
                <a:cs typeface="Times New Roman"/>
              </a:rPr>
              <a:t>Build Android and iOS apps using the existing APIs.</a:t>
            </a:r>
          </a:p>
        </p:txBody>
      </p:sp>
      <p:sp>
        <p:nvSpPr>
          <p:cNvPr id="23" name="Rounded Rectangle 22">
            <a:extLst xmlns:a="http://schemas.openxmlformats.org/drawingml/2006/main">
              <a:ext uri="{FF2B5EF4-FFF2-40B4-BE49-F238E27FC236}">
                <a16:creationId xmlns:a16="http://schemas.microsoft.com/office/drawing/2014/main" id="{1F9AEBAF-FF9C-4C40-9290-AFD6C12342E1}"/>
              </a:ext>
            </a:extLst>
          </p:cNvPr>
          <p:cNvSpPr>
            <a:spLocks xmlns:a="http://schemas.openxmlformats.org/drawingml/2006/main" noGrp="1"/>
          </p:cNvSpPr>
          <p:nvPr/>
        </p:nvSpPr>
        <p:spPr>
          <a:xfrm xmlns:a="http://schemas.openxmlformats.org/drawingml/2006/main">
            <a:off x="548640" y="4343400"/>
            <a:ext cx="2834640" cy="246888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6C3379D5-3ADC-4E07-BCB0-42D73E6A9C9F}"/>
              </a:ext>
            </a:extLst>
          </p:cNvPr>
          <p:cNvSpPr>
            <a:spLocks xmlns:a="http://schemas.openxmlformats.org/drawingml/2006/main" noGrp="1"/>
          </p:cNvSpPr>
          <p:nvPr/>
        </p:nvSpPr>
        <p:spPr>
          <a:xfrm xmlns:a="http://schemas.openxmlformats.org/drawingml/2006/main">
            <a:off x="1645919" y="4572000"/>
            <a:ext cx="640080" cy="64008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000" b="1" i="0">
                <a:solidFill>
                  <a:srgbClr val="FFFFFF"/>
                </a:solidFill>
                <a:latin typeface="Times New Roman"/>
                <a:ea typeface="Times New Roman"/>
                <a:cs typeface="Times New Roman"/>
              </a:rPr>
              <a:t>4</a:t>
            </a:r>
          </a:p>
        </p:txBody>
      </p:sp>
      <p:sp>
        <p:nvSpPr>
          <p:cNvPr id="25" name="TextBox 24">
            <a:extLst xmlns:a="http://schemas.openxmlformats.org/drawingml/2006/main">
              <a:ext uri="{FF2B5EF4-FFF2-40B4-BE49-F238E27FC236}">
                <a16:creationId xmlns:a16="http://schemas.microsoft.com/office/drawing/2014/main" id="{5D9AA467-4D3D-4AE7-81CD-3BA37B717D0D}"/>
              </a:ext>
            </a:extLst>
          </p:cNvPr>
          <p:cNvSpPr>
            <a:spLocks xmlns:a="http://schemas.openxmlformats.org/drawingml/2006/main" noGrp="1"/>
          </p:cNvSpPr>
          <p:nvPr/>
        </p:nvSpPr>
        <p:spPr>
          <a:xfrm xmlns:a="http://schemas.openxmlformats.org/drawingml/2006/main">
            <a:off x="685800" y="5349240"/>
            <a:ext cx="256032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800" b="1" i="0">
                <a:solidFill>
                  <a:srgbClr val="1B3F8B"/>
                </a:solidFill>
                <a:latin typeface="Times New Roman"/>
                <a:ea typeface="Times New Roman"/>
                <a:cs typeface="Times New Roman"/>
              </a:rPr>
              <a:t>Shipment tracking</a:t>
            </a:r>
          </a:p>
        </p:txBody>
      </p:sp>
      <p:sp>
        <p:nvSpPr>
          <p:cNvPr id="26" name="TextBox 25">
            <a:extLst xmlns:a="http://schemas.openxmlformats.org/drawingml/2006/main">
              <a:ext uri="{FF2B5EF4-FFF2-40B4-BE49-F238E27FC236}">
                <a16:creationId xmlns:a16="http://schemas.microsoft.com/office/drawing/2014/main" id="{A57B027B-A16A-4460-A827-4F48B5273AA2}"/>
              </a:ext>
            </a:extLst>
          </p:cNvPr>
          <p:cNvSpPr>
            <a:spLocks xmlns:a="http://schemas.openxmlformats.org/drawingml/2006/main" noGrp="1"/>
          </p:cNvSpPr>
          <p:nvPr/>
        </p:nvSpPr>
        <p:spPr>
          <a:xfrm xmlns:a="http://schemas.openxmlformats.org/drawingml/2006/main">
            <a:off x="731520" y="5806440"/>
            <a:ext cx="246888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500" b="0" i="0">
                <a:solidFill>
                  <a:srgbClr val="222222"/>
                </a:solidFill>
                <a:latin typeface="Times New Roman"/>
                <a:ea typeface="Times New Roman"/>
                <a:cs typeface="Times New Roman"/>
              </a:rPr>
              <a:t>Add delivery tracking and expected arrival details.</a:t>
            </a:r>
          </a:p>
        </p:txBody>
      </p:sp>
      <p:sp>
        <p:nvSpPr>
          <p:cNvPr id="27" name="Rounded Rectangle 26">
            <a:extLst xmlns:a="http://schemas.openxmlformats.org/drawingml/2006/main">
              <a:ext uri="{FF2B5EF4-FFF2-40B4-BE49-F238E27FC236}">
                <a16:creationId xmlns:a16="http://schemas.microsoft.com/office/drawing/2014/main" id="{A2C6497F-3ADA-48FB-88CD-13AF54E4C771}"/>
              </a:ext>
            </a:extLst>
          </p:cNvPr>
          <p:cNvSpPr>
            <a:spLocks xmlns:a="http://schemas.openxmlformats.org/drawingml/2006/main" noGrp="1"/>
          </p:cNvSpPr>
          <p:nvPr/>
        </p:nvSpPr>
        <p:spPr>
          <a:xfrm xmlns:a="http://schemas.openxmlformats.org/drawingml/2006/main">
            <a:off x="3593592" y="4343400"/>
            <a:ext cx="2834640" cy="246888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23277BD6-67D6-438B-A319-8F31C4442BA5}"/>
              </a:ext>
            </a:extLst>
          </p:cNvPr>
          <p:cNvSpPr>
            <a:spLocks xmlns:a="http://schemas.openxmlformats.org/drawingml/2006/main" noGrp="1"/>
          </p:cNvSpPr>
          <p:nvPr/>
        </p:nvSpPr>
        <p:spPr>
          <a:xfrm xmlns:a="http://schemas.openxmlformats.org/drawingml/2006/main">
            <a:off x="4690872" y="4572000"/>
            <a:ext cx="640080" cy="640080"/>
          </a:xfrm>
          <a:prstGeom xmlns:a="http://schemas.openxmlformats.org/drawingml/2006/main" prst="ellipse">
            <a:avLst/>
          </a:prstGeom>
          <a:solidFill xmlns:a="http://schemas.openxmlformats.org/drawingml/2006/main">
            <a:srgbClr val="FF66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000" b="1" i="0">
                <a:solidFill>
                  <a:srgbClr val="FFFFFF"/>
                </a:solidFill>
                <a:latin typeface="Times New Roman"/>
                <a:ea typeface="Times New Roman"/>
                <a:cs typeface="Times New Roman"/>
              </a:rPr>
              <a:t>5</a:t>
            </a:r>
          </a:p>
        </p:txBody>
      </p:sp>
      <p:sp>
        <p:nvSpPr>
          <p:cNvPr id="29" name="TextBox 28">
            <a:extLst xmlns:a="http://schemas.openxmlformats.org/drawingml/2006/main">
              <a:ext uri="{FF2B5EF4-FFF2-40B4-BE49-F238E27FC236}">
                <a16:creationId xmlns:a16="http://schemas.microsoft.com/office/drawing/2014/main" id="{10E5F936-194A-4172-8F62-C3E930BD0F13}"/>
              </a:ext>
            </a:extLst>
          </p:cNvPr>
          <p:cNvSpPr>
            <a:spLocks xmlns:a="http://schemas.openxmlformats.org/drawingml/2006/main" noGrp="1"/>
          </p:cNvSpPr>
          <p:nvPr/>
        </p:nvSpPr>
        <p:spPr>
          <a:xfrm xmlns:a="http://schemas.openxmlformats.org/drawingml/2006/main">
            <a:off x="3730752" y="5349240"/>
            <a:ext cx="256032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800" b="1" i="0">
                <a:solidFill>
                  <a:srgbClr val="FF6600"/>
                </a:solidFill>
                <a:latin typeface="Times New Roman"/>
                <a:ea typeface="Times New Roman"/>
                <a:cs typeface="Times New Roman"/>
              </a:rPr>
              <a:t>Ratings and reviews</a:t>
            </a:r>
          </a:p>
        </p:txBody>
      </p:sp>
      <p:sp>
        <p:nvSpPr>
          <p:cNvPr id="30" name="TextBox 29">
            <a:extLst xmlns:a="http://schemas.openxmlformats.org/drawingml/2006/main">
              <a:ext uri="{FF2B5EF4-FFF2-40B4-BE49-F238E27FC236}">
                <a16:creationId xmlns:a16="http://schemas.microsoft.com/office/drawing/2014/main" id="{9F66FD6B-163D-4D7E-93F2-8642E533C5C8}"/>
              </a:ext>
            </a:extLst>
          </p:cNvPr>
          <p:cNvSpPr>
            <a:spLocks xmlns:a="http://schemas.openxmlformats.org/drawingml/2006/main" noGrp="1"/>
          </p:cNvSpPr>
          <p:nvPr/>
        </p:nvSpPr>
        <p:spPr>
          <a:xfrm xmlns:a="http://schemas.openxmlformats.org/drawingml/2006/main">
            <a:off x="3776472" y="5806440"/>
            <a:ext cx="246888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500" b="0" i="0">
                <a:solidFill>
                  <a:srgbClr val="222222"/>
                </a:solidFill>
                <a:latin typeface="Times New Roman"/>
                <a:ea typeface="Times New Roman"/>
                <a:cs typeface="Times New Roman"/>
              </a:rPr>
              <a:t>Let customers review products after purchase.</a:t>
            </a:r>
          </a:p>
        </p:txBody>
      </p:sp>
      <p:sp>
        <p:nvSpPr>
          <p:cNvPr id="31" name="Rounded Rectangle 30">
            <a:extLst xmlns:a="http://schemas.openxmlformats.org/drawingml/2006/main">
              <a:ext uri="{FF2B5EF4-FFF2-40B4-BE49-F238E27FC236}">
                <a16:creationId xmlns:a16="http://schemas.microsoft.com/office/drawing/2014/main" id="{4FCEE876-417F-4D8C-9176-7B729D3F0B51}"/>
              </a:ext>
            </a:extLst>
          </p:cNvPr>
          <p:cNvSpPr>
            <a:spLocks xmlns:a="http://schemas.openxmlformats.org/drawingml/2006/main" noGrp="1"/>
          </p:cNvSpPr>
          <p:nvPr/>
        </p:nvSpPr>
        <p:spPr>
          <a:xfrm xmlns:a="http://schemas.openxmlformats.org/drawingml/2006/main">
            <a:off x="6638544" y="4343400"/>
            <a:ext cx="2834640" cy="246888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2" name="Oval 31">
            <a:extLst xmlns:a="http://schemas.openxmlformats.org/drawingml/2006/main">
              <a:ext uri="{FF2B5EF4-FFF2-40B4-BE49-F238E27FC236}">
                <a16:creationId xmlns:a16="http://schemas.microsoft.com/office/drawing/2014/main" id="{A04D2BC1-F5F4-40AA-9270-0A9DF37E3C8C}"/>
              </a:ext>
            </a:extLst>
          </p:cNvPr>
          <p:cNvSpPr>
            <a:spLocks xmlns:a="http://schemas.openxmlformats.org/drawingml/2006/main" noGrp="1"/>
          </p:cNvSpPr>
          <p:nvPr/>
        </p:nvSpPr>
        <p:spPr>
          <a:xfrm xmlns:a="http://schemas.openxmlformats.org/drawingml/2006/main">
            <a:off x="7735823" y="4572000"/>
            <a:ext cx="640080" cy="640080"/>
          </a:xfrm>
          <a:prstGeom xmlns:a="http://schemas.openxmlformats.org/drawingml/2006/main" prst="ellipse">
            <a:avLst/>
          </a:prstGeom>
          <a:solidFill xmlns:a="http://schemas.openxmlformats.org/drawingml/2006/main">
            <a:srgbClr val="1B3F8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algn="ctr">
              <a:buNone/>
            </a:pPr>
            <a:r>
              <a:rPr sz="2000" b="1" i="0">
                <a:solidFill>
                  <a:srgbClr val="FFFFFF"/>
                </a:solidFill>
                <a:latin typeface="Times New Roman"/>
                <a:ea typeface="Times New Roman"/>
                <a:cs typeface="Times New Roman"/>
              </a:rPr>
              <a:t>6</a:t>
            </a:r>
          </a:p>
        </p:txBody>
      </p:sp>
      <p:sp>
        <p:nvSpPr>
          <p:cNvPr id="33" name="TextBox 32">
            <a:extLst xmlns:a="http://schemas.openxmlformats.org/drawingml/2006/main">
              <a:ext uri="{FF2B5EF4-FFF2-40B4-BE49-F238E27FC236}">
                <a16:creationId xmlns:a16="http://schemas.microsoft.com/office/drawing/2014/main" id="{04261046-0318-4BB6-9815-58ACE97F5811}"/>
              </a:ext>
            </a:extLst>
          </p:cNvPr>
          <p:cNvSpPr>
            <a:spLocks xmlns:a="http://schemas.openxmlformats.org/drawingml/2006/main" noGrp="1"/>
          </p:cNvSpPr>
          <p:nvPr/>
        </p:nvSpPr>
        <p:spPr>
          <a:xfrm xmlns:a="http://schemas.openxmlformats.org/drawingml/2006/main">
            <a:off x="6775704" y="5349240"/>
            <a:ext cx="256032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800" b="1" i="0">
                <a:solidFill>
                  <a:srgbClr val="1B3F8B"/>
                </a:solidFill>
                <a:latin typeface="Times New Roman"/>
                <a:ea typeface="Times New Roman"/>
                <a:cs typeface="Times New Roman"/>
              </a:rPr>
              <a:t>Production deployment</a:t>
            </a:r>
          </a:p>
        </p:txBody>
      </p:sp>
      <p:sp>
        <p:nvSpPr>
          <p:cNvPr id="34" name="TextBox 33">
            <a:extLst xmlns:a="http://schemas.openxmlformats.org/drawingml/2006/main">
              <a:ext uri="{FF2B5EF4-FFF2-40B4-BE49-F238E27FC236}">
                <a16:creationId xmlns:a16="http://schemas.microsoft.com/office/drawing/2014/main" id="{A6A5C3A6-0DFC-4C0F-8F0E-A20CF7CE5425}"/>
              </a:ext>
            </a:extLst>
          </p:cNvPr>
          <p:cNvSpPr>
            <a:spLocks xmlns:a="http://schemas.openxmlformats.org/drawingml/2006/main" noGrp="1"/>
          </p:cNvSpPr>
          <p:nvPr/>
        </p:nvSpPr>
        <p:spPr>
          <a:xfrm xmlns:a="http://schemas.openxmlformats.org/drawingml/2006/main">
            <a:off x="6821424" y="5806440"/>
            <a:ext cx="2468880" cy="777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500" b="0" i="0">
                <a:solidFill>
                  <a:srgbClr val="222222"/>
                </a:solidFill>
                <a:latin typeface="Times New Roman"/>
                <a:ea typeface="Times New Roman"/>
                <a:cs typeface="Times New Roman"/>
              </a:rPr>
              <a:t>Add cloud image storage and separate SQL credentials per service.</a:t>
            </a:r>
          </a:p>
        </p:txBody>
      </p:sp>
    </p:spTree>
    <p:extLst>
      <p:ext uri="{BB962C8B-B14F-4D97-AF65-F5344CB8AC3E}">
        <p14:creationId xmlns:p14="http://schemas.microsoft.com/office/powerpoint/2010/main" val="419021045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EF7F0EB1-1D17-495F-A605-608FAA2D9242}"/>
              </a:ext>
            </a:extLst>
          </p:cNvPr>
          <p:cNvPicPr>
            <a:picLocks xmlns:a="http://schemas.openxmlformats.org/drawingml/2006/main" noChangeAspect="1"/>
          </p:cNvPicPr>
          <p:nvPr/>
        </p:nvPicPr>
        <p:blipFill>
          <a:blip xmlns:r="http://schemas.openxmlformats.org/officeDocument/2006/relationships" xmlns:a="http://schemas.openxmlformats.org/drawingml/2006/main" r:embed="Rd34c2f8ecc374d7e"/>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1906A90E-C516-4615-995A-CC804792B91A}"/>
              </a:ext>
            </a:extLst>
          </p:cNvPr>
          <p:cNvPicPr>
            <a:picLocks xmlns:a="http://schemas.openxmlformats.org/drawingml/2006/main" noChangeAspect="1"/>
          </p:cNvPicPr>
          <p:nvPr/>
        </p:nvPicPr>
        <p:blipFill>
          <a:blip xmlns:r="http://schemas.openxmlformats.org/officeDocument/2006/relationships" xmlns:a="http://schemas.openxmlformats.org/drawingml/2006/main" r:embed="Rded3d2fa0a5446cf"/>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C038EC29-882F-40DB-8FF0-83814F56BF32}"/>
              </a:ext>
            </a:extLst>
          </p:cNvPr>
          <p:cNvPicPr>
            <a:picLocks xmlns:a="http://schemas.openxmlformats.org/drawingml/2006/main" noChangeAspect="1"/>
          </p:cNvPicPr>
          <p:nvPr/>
        </p:nvPicPr>
        <p:blipFill>
          <a:blip xmlns:r="http://schemas.openxmlformats.org/officeDocument/2006/relationships" xmlns:a="http://schemas.openxmlformats.org/drawingml/2006/main" r:embed="Rd14d5867f7b14be7"/>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Conclusion</a:t>
            </a:r>
          </a:p>
        </p:txBody>
      </p:sp>
      <p:pic>
        <p:nvPicPr>
          <p:cNvPr id="10" name="object 3">
            <a:extLst xmlns:a="http://schemas.openxmlformats.org/drawingml/2006/main">
              <a:ext uri="{FF2B5EF4-FFF2-40B4-BE49-F238E27FC236}">
                <a16:creationId xmlns:a16="http://schemas.microsoft.com/office/drawing/2014/main" id="{7A893F62-60D2-4AED-A6DC-1B39ABBA754A}"/>
              </a:ext>
            </a:extLst>
          </p:cNvPr>
          <p:cNvPicPr>
            <a:picLocks xmlns:a="http://schemas.openxmlformats.org/drawingml/2006/main" noChangeAspect="1"/>
          </p:cNvPicPr>
          <p:nvPr/>
        </p:nvPicPr>
        <p:blipFill>
          <a:blip xmlns:r="http://schemas.openxmlformats.org/officeDocument/2006/relationships" xmlns:a="http://schemas.openxmlformats.org/drawingml/2006/main" r:embed="Rc742653cabeb4f6e"/>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84FE9A4A-8C70-4C8F-848B-948E443C2B06}"/>
              </a:ext>
            </a:extLst>
          </p:cNvPr>
          <p:cNvSpPr>
            <a:spLocks xmlns:a="http://schemas.openxmlformats.org/drawingml/2006/main" noGrp="1"/>
          </p:cNvSpPr>
          <p:nvPr/>
        </p:nvSpPr>
        <p:spPr>
          <a:xfrm xmlns:a="http://schemas.openxmlformats.org/drawingml/2006/main">
            <a:off x="548640" y="1554480"/>
            <a:ext cx="2834640" cy="14630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2" name="TextBox 11">
            <a:extLst xmlns:a="http://schemas.openxmlformats.org/drawingml/2006/main">
              <a:ext uri="{FF2B5EF4-FFF2-40B4-BE49-F238E27FC236}">
                <a16:creationId xmlns:a16="http://schemas.microsoft.com/office/drawing/2014/main" id="{168F5CBF-0877-4E8E-858C-01D161D48071}"/>
              </a:ext>
            </a:extLst>
          </p:cNvPr>
          <p:cNvSpPr>
            <a:spLocks xmlns:a="http://schemas.openxmlformats.org/drawingml/2006/main" noGrp="1"/>
          </p:cNvSpPr>
          <p:nvPr/>
        </p:nvSpPr>
        <p:spPr>
          <a:xfrm xmlns:a="http://schemas.openxmlformats.org/drawingml/2006/main">
            <a:off x="548640" y="1600200"/>
            <a:ext cx="2834640" cy="86868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ctr">
              <a:spcAft>
                <a:spcPts val="400"/>
              </a:spcAft>
              <a:buNone/>
            </a:pPr>
            <a:r>
              <a:rPr sz="4800" b="1" i="0">
                <a:solidFill>
                  <a:srgbClr val="FF6600"/>
                </a:solidFill>
                <a:latin typeface="Times New Roman"/>
                <a:ea typeface="Times New Roman"/>
                <a:cs typeface="Times New Roman"/>
              </a:rPr>
              <a:t>3</a:t>
            </a:r>
          </a:p>
        </p:txBody>
      </p:sp>
      <p:sp>
        <p:nvSpPr>
          <p:cNvPr id="13" name="TextBox 12">
            <a:extLst xmlns:a="http://schemas.openxmlformats.org/drawingml/2006/main">
              <a:ext uri="{FF2B5EF4-FFF2-40B4-BE49-F238E27FC236}">
                <a16:creationId xmlns:a16="http://schemas.microsoft.com/office/drawing/2014/main" id="{DA9AF930-C672-4C03-91F5-386D8A554291}"/>
              </a:ext>
            </a:extLst>
          </p:cNvPr>
          <p:cNvSpPr>
            <a:spLocks xmlns:a="http://schemas.openxmlformats.org/drawingml/2006/main" noGrp="1"/>
          </p:cNvSpPr>
          <p:nvPr/>
        </p:nvSpPr>
        <p:spPr>
          <a:xfrm xmlns:a="http://schemas.openxmlformats.org/drawingml/2006/main">
            <a:off x="548640" y="2468880"/>
            <a:ext cx="2834640" cy="4114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700" b="0" i="0">
                <a:solidFill>
                  <a:srgbClr val="222222"/>
                </a:solidFill>
                <a:latin typeface="Times New Roman"/>
                <a:ea typeface="Times New Roman"/>
                <a:cs typeface="Times New Roman"/>
              </a:rPr>
              <a:t>user roles</a:t>
            </a:r>
          </a:p>
        </p:txBody>
      </p:sp>
      <p:sp>
        <p:nvSpPr>
          <p:cNvPr id="14" name="Rounded Rectangle 13">
            <a:extLst xmlns:a="http://schemas.openxmlformats.org/drawingml/2006/main">
              <a:ext uri="{FF2B5EF4-FFF2-40B4-BE49-F238E27FC236}">
                <a16:creationId xmlns:a16="http://schemas.microsoft.com/office/drawing/2014/main" id="{7A03855D-1510-45A4-B08C-39926F33FF67}"/>
              </a:ext>
            </a:extLst>
          </p:cNvPr>
          <p:cNvSpPr>
            <a:spLocks xmlns:a="http://schemas.openxmlformats.org/drawingml/2006/main" noGrp="1"/>
          </p:cNvSpPr>
          <p:nvPr/>
        </p:nvSpPr>
        <p:spPr>
          <a:xfrm xmlns:a="http://schemas.openxmlformats.org/drawingml/2006/main">
            <a:off x="3593592" y="1554480"/>
            <a:ext cx="2834640" cy="146304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5" name="TextBox 14">
            <a:extLst xmlns:a="http://schemas.openxmlformats.org/drawingml/2006/main">
              <a:ext uri="{FF2B5EF4-FFF2-40B4-BE49-F238E27FC236}">
                <a16:creationId xmlns:a16="http://schemas.microsoft.com/office/drawing/2014/main" id="{23ADE9CC-BE3B-49C9-9F5E-C7C08851E975}"/>
              </a:ext>
            </a:extLst>
          </p:cNvPr>
          <p:cNvSpPr>
            <a:spLocks xmlns:a="http://schemas.openxmlformats.org/drawingml/2006/main" noGrp="1"/>
          </p:cNvSpPr>
          <p:nvPr/>
        </p:nvSpPr>
        <p:spPr>
          <a:xfrm xmlns:a="http://schemas.openxmlformats.org/drawingml/2006/main">
            <a:off x="3593592" y="1600200"/>
            <a:ext cx="2834640" cy="82296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ctr">
              <a:spcAft>
                <a:spcPts val="400"/>
              </a:spcAft>
              <a:buNone/>
            </a:pPr>
            <a:r>
              <a:rPr sz="4800" b="1" i="0">
                <a:solidFill>
                  <a:srgbClr val="1B3F8B"/>
                </a:solidFill>
                <a:latin typeface="Times New Roman"/>
                <a:ea typeface="Times New Roman"/>
                <a:cs typeface="Times New Roman"/>
              </a:rPr>
              <a:t>4</a:t>
            </a:r>
          </a:p>
        </p:txBody>
      </p:sp>
      <p:sp>
        <p:nvSpPr>
          <p:cNvPr id="16" name="TextBox 15">
            <a:extLst xmlns:a="http://schemas.openxmlformats.org/drawingml/2006/main">
              <a:ext uri="{FF2B5EF4-FFF2-40B4-BE49-F238E27FC236}">
                <a16:creationId xmlns:a16="http://schemas.microsoft.com/office/drawing/2014/main" id="{217C768B-B98E-4D86-8945-9F0F58DA77E3}"/>
              </a:ext>
            </a:extLst>
          </p:cNvPr>
          <p:cNvSpPr>
            <a:spLocks xmlns:a="http://schemas.openxmlformats.org/drawingml/2006/main" noGrp="1"/>
          </p:cNvSpPr>
          <p:nvPr/>
        </p:nvSpPr>
        <p:spPr>
          <a:xfrm xmlns:a="http://schemas.openxmlformats.org/drawingml/2006/main">
            <a:off x="3593592" y="2468880"/>
            <a:ext cx="2834640" cy="350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700" b="0" i="0">
                <a:solidFill>
                  <a:srgbClr val="222222"/>
                </a:solidFill>
                <a:latin typeface="Times New Roman"/>
                <a:ea typeface="Times New Roman"/>
                <a:cs typeface="Times New Roman"/>
              </a:rPr>
              <a:t>business services</a:t>
            </a:r>
          </a:p>
        </p:txBody>
      </p:sp>
      <p:sp>
        <p:nvSpPr>
          <p:cNvPr id="17" name="Rounded Rectangle 16">
            <a:extLst xmlns:a="http://schemas.openxmlformats.org/drawingml/2006/main">
              <a:ext uri="{FF2B5EF4-FFF2-40B4-BE49-F238E27FC236}">
                <a16:creationId xmlns:a16="http://schemas.microsoft.com/office/drawing/2014/main" id="{D0431CC2-E89A-4365-9F9B-52A2DBEC68DD}"/>
              </a:ext>
            </a:extLst>
          </p:cNvPr>
          <p:cNvSpPr>
            <a:spLocks xmlns:a="http://schemas.openxmlformats.org/drawingml/2006/main" noGrp="1"/>
          </p:cNvSpPr>
          <p:nvPr/>
        </p:nvSpPr>
        <p:spPr>
          <a:xfrm xmlns:a="http://schemas.openxmlformats.org/drawingml/2006/main">
            <a:off x="6638544" y="1554480"/>
            <a:ext cx="2834640" cy="1463040"/>
          </a:xfrm>
          <a:prstGeom xmlns:a="http://schemas.openxmlformats.org/drawingml/2006/main" prst="roundRect">
            <a:avLst>
              <a:gd name="adj" fmla="val 8000"/>
            </a:avLst>
          </a:prstGeom>
          <a:solidFill xmlns:a="http://schemas.openxmlformats.org/drawingml/2006/main">
            <a:srgbClr val="FFF0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18" name="TextBox 17">
            <a:extLst xmlns:a="http://schemas.openxmlformats.org/drawingml/2006/main">
              <a:ext uri="{FF2B5EF4-FFF2-40B4-BE49-F238E27FC236}">
                <a16:creationId xmlns:a16="http://schemas.microsoft.com/office/drawing/2014/main" id="{FF56C6D9-F216-4107-A701-66A98F5A8AC6}"/>
              </a:ext>
            </a:extLst>
          </p:cNvPr>
          <p:cNvSpPr>
            <a:spLocks xmlns:a="http://schemas.openxmlformats.org/drawingml/2006/main" noGrp="1"/>
          </p:cNvSpPr>
          <p:nvPr/>
        </p:nvSpPr>
        <p:spPr>
          <a:xfrm xmlns:a="http://schemas.openxmlformats.org/drawingml/2006/main">
            <a:off x="6638544" y="1600200"/>
            <a:ext cx="2834640" cy="822960"/>
          </a:xfrm>
          <a:prstGeom xmlns:a="http://schemas.openxmlformats.org/drawingml/2006/main" prst="rect">
            <a:avLst/>
          </a:prstGeom>
          <a:noFill xmlns:a="http://schemas.openxmlformats.org/drawingml/2006/main"/>
        </p:spPr>
        <p:txBody>
          <a:bodyPr xmlns:a="http://schemas.openxmlformats.org/drawingml/2006/main" wrap="square" lIns="45720" rIns="45720" anchor="ctr">
            <a:spAutoFit/>
          </a:bodyPr>
          <a:lstStyle xmlns:a="http://schemas.openxmlformats.org/drawingml/2006/main"/>
          <a:p xmlns:a="http://schemas.openxmlformats.org/drawingml/2006/main">
            <a:pPr algn="ctr">
              <a:spcAft>
                <a:spcPts val="400"/>
              </a:spcAft>
              <a:buNone/>
            </a:pPr>
            <a:r>
              <a:rPr sz="4800" b="1" i="0">
                <a:solidFill>
                  <a:srgbClr val="FF6600"/>
                </a:solidFill>
                <a:latin typeface="Times New Roman"/>
                <a:ea typeface="Times New Roman"/>
                <a:cs typeface="Times New Roman"/>
              </a:rPr>
              <a:t>4</a:t>
            </a:r>
          </a:p>
        </p:txBody>
      </p:sp>
      <p:sp>
        <p:nvSpPr>
          <p:cNvPr id="19" name="TextBox 18">
            <a:extLst xmlns:a="http://schemas.openxmlformats.org/drawingml/2006/main">
              <a:ext uri="{FF2B5EF4-FFF2-40B4-BE49-F238E27FC236}">
                <a16:creationId xmlns:a16="http://schemas.microsoft.com/office/drawing/2014/main" id="{FC3DB624-EE34-494F-B0AB-08AD87FA231E}"/>
              </a:ext>
            </a:extLst>
          </p:cNvPr>
          <p:cNvSpPr>
            <a:spLocks xmlns:a="http://schemas.openxmlformats.org/drawingml/2006/main" noGrp="1"/>
          </p:cNvSpPr>
          <p:nvPr/>
        </p:nvSpPr>
        <p:spPr>
          <a:xfrm xmlns:a="http://schemas.openxmlformats.org/drawingml/2006/main">
            <a:off x="6638544" y="2468880"/>
            <a:ext cx="2834640" cy="3505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700" b="0" i="0">
                <a:solidFill>
                  <a:srgbClr val="222222"/>
                </a:solidFill>
                <a:latin typeface="Times New Roman"/>
                <a:ea typeface="Times New Roman"/>
                <a:cs typeface="Times New Roman"/>
              </a:rPr>
              <a:t>database schemas</a:t>
            </a:r>
          </a:p>
        </p:txBody>
      </p:sp>
      <p:sp>
        <p:nvSpPr>
          <p:cNvPr id="20" name="TextBox 19">
            <a:extLst xmlns:a="http://schemas.openxmlformats.org/drawingml/2006/main">
              <a:ext uri="{FF2B5EF4-FFF2-40B4-BE49-F238E27FC236}">
                <a16:creationId xmlns:a16="http://schemas.microsoft.com/office/drawing/2014/main" id="{56D5468B-4EA7-4369-BCE6-0216B00BC055}"/>
              </a:ext>
            </a:extLst>
          </p:cNvPr>
          <p:cNvSpPr>
            <a:spLocks xmlns:a="http://schemas.openxmlformats.org/drawingml/2006/main" noGrp="1"/>
          </p:cNvSpPr>
          <p:nvPr/>
        </p:nvSpPr>
        <p:spPr>
          <a:xfrm xmlns:a="http://schemas.openxmlformats.org/drawingml/2006/main">
            <a:off x="548640" y="3337560"/>
            <a:ext cx="8961120" cy="2270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marL="228600" indent="-228600" algn="l">
              <a:spcAft>
                <a:spcPts val="1400"/>
              </a:spcAft>
              <a:buClr>
                <a:srgbClr val="FF6600"/>
              </a:buClr>
              <a:buFont typeface="Arial"/>
              <a:buChar char="▪"/>
            </a:pPr>
            <a:r>
              <a:rPr sz="1800" b="0" i="0">
                <a:solidFill>
                  <a:srgbClr val="222222"/>
                </a:solidFill>
                <a:latin typeface="Times New Roman"/>
                <a:ea typeface="Times New Roman"/>
                <a:cs typeface="Times New Roman"/>
              </a:rPr>
              <a:t>ApexMart supports product browsing, seller listings, customer orders and invoice generation.</a:t>
            </a:r>
          </a:p>
          <a:p xmlns:a="http://schemas.openxmlformats.org/drawingml/2006/main">
            <a:pPr marL="228600" indent="-228600" algn="l">
              <a:spcAft>
                <a:spcPts val="1400"/>
              </a:spcAft>
              <a:buClr>
                <a:srgbClr val="FF6600"/>
              </a:buClr>
              <a:buFont typeface="Arial"/>
              <a:buChar char="▪"/>
            </a:pPr>
            <a:r>
              <a:rPr sz="1800" b="0" i="0">
                <a:solidFill>
                  <a:srgbClr val="222222"/>
                </a:solidFill>
                <a:latin typeface="Times New Roman"/>
                <a:ea typeface="Times New Roman"/>
                <a:cs typeface="Times New Roman"/>
              </a:rPr>
              <a:t>Transactions, stock reservations and persistent recovery protect the checkout workflow.</a:t>
            </a:r>
          </a:p>
          <a:p xmlns:a="http://schemas.openxmlformats.org/drawingml/2006/main">
            <a:pPr marL="228600" indent="-228600" algn="l">
              <a:spcAft>
                <a:spcPts val="1400"/>
              </a:spcAft>
              <a:buClr>
                <a:srgbClr val="FF6600"/>
              </a:buClr>
              <a:buFont typeface="Arial"/>
              <a:buChar char="▪"/>
            </a:pPr>
            <a:r>
              <a:rPr sz="1800" b="0" i="0">
                <a:solidFill>
                  <a:srgbClr val="222222"/>
                </a:solidFill>
                <a:latin typeface="Times New Roman"/>
                <a:ea typeface="Times New Roman"/>
                <a:cs typeface="Times New Roman"/>
              </a:rPr>
              <a:t>Sellers and administrators manage their own products, while the admin portal provides customer and order summaries.</a:t>
            </a:r>
          </a:p>
          <a:p xmlns:a="http://schemas.openxmlformats.org/drawingml/2006/main">
            <a:pPr marL="228600" indent="-228600" algn="l">
              <a:spcAft>
                <a:spcPts val="1400"/>
              </a:spcAft>
              <a:buClr>
                <a:srgbClr val="FF6600"/>
              </a:buClr>
              <a:buFont typeface="Arial"/>
              <a:buChar char="▪"/>
            </a:pPr>
            <a:r>
              <a:rPr sz="1800" b="0" i="0">
                <a:solidFill>
                  <a:srgbClr val="222222"/>
                </a:solidFill>
                <a:latin typeface="Times New Roman"/>
                <a:ea typeface="Times New Roman"/>
                <a:cs typeface="Times New Roman"/>
              </a:rPr>
              <a:t>Angular, Spring Boot, REST APIs, SOAP invoicing, AOP logging and CockroachDB demonstrate the course concepts in a working academic project.</a:t>
            </a:r>
          </a:p>
        </p:txBody>
      </p:sp>
    </p:spTree>
    <p:extLst>
      <p:ext uri="{BB962C8B-B14F-4D97-AF65-F5344CB8AC3E}">
        <p14:creationId xmlns:p14="http://schemas.microsoft.com/office/powerpoint/2010/main" val="419021045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5" name="object 4">
            <a:extLst xmlns:a="http://schemas.openxmlformats.org/drawingml/2006/main">
              <a:ext uri="{FF2B5EF4-FFF2-40B4-BE49-F238E27FC236}">
                <a16:creationId xmlns:a16="http://schemas.microsoft.com/office/drawing/2014/main" id="{DCB305FA-2751-458F-B213-D265C4E1333C}"/>
              </a:ext>
            </a:extLst>
          </p:cNvPr>
          <p:cNvPicPr>
            <a:picLocks xmlns:a="http://schemas.openxmlformats.org/drawingml/2006/main" noChangeAspect="1"/>
          </p:cNvPicPr>
          <p:nvPr/>
        </p:nvPicPr>
        <p:blipFill>
          <a:blip xmlns:r="http://schemas.openxmlformats.org/officeDocument/2006/relationships" xmlns:a="http://schemas.openxmlformats.org/drawingml/2006/main" r:embed="R22a0aa99b9bc41a8"/>
          <a:stretch xmlns:a="http://schemas.openxmlformats.org/drawingml/2006/main">
            <a:fillRect l="0" t="0" r="0" b="0"/>
          </a:stretch>
        </p:blipFill>
        <p:spPr>
          <a:xfrm xmlns:a="http://schemas.openxmlformats.org/drawingml/2006/main" rot="0" flipH="0" flipV="0">
            <a:off x="2667000" y="85008"/>
            <a:ext cx="5103904" cy="1198311"/>
          </a:xfrm>
          <a:prstGeom xmlns:a="http://schemas.openxmlformats.org/drawingml/2006/main" prst="rect">
            <a:avLst/>
          </a:prstGeom>
        </p:spPr>
      </p:pic>
      <p:pic>
        <p:nvPicPr>
          <p:cNvPr id="6" name="object 5">
            <a:extLst xmlns:a="http://schemas.openxmlformats.org/drawingml/2006/main">
              <a:ext uri="{FF2B5EF4-FFF2-40B4-BE49-F238E27FC236}">
                <a16:creationId xmlns:a16="http://schemas.microsoft.com/office/drawing/2014/main" id="{198F5FC2-91F2-4655-A8F9-C447B3A81819}"/>
              </a:ext>
            </a:extLst>
          </p:cNvPr>
          <p:cNvPicPr>
            <a:picLocks xmlns:a="http://schemas.openxmlformats.org/drawingml/2006/main" noChangeAspect="1"/>
          </p:cNvPicPr>
          <p:nvPr/>
        </p:nvPicPr>
        <p:blipFill>
          <a:blip xmlns:r="http://schemas.openxmlformats.org/officeDocument/2006/relationships" xmlns:a="http://schemas.openxmlformats.org/drawingml/2006/main" r:embed="R83f65330cdcf4174"/>
          <a:stretch xmlns:a="http://schemas.openxmlformats.org/drawingml/2006/main">
            <a:fillRect l="0" t="0" r="0" b="0"/>
          </a:stretch>
        </p:blipFill>
        <p:spPr>
          <a:xfrm xmlns:a="http://schemas.openxmlformats.org/drawingml/2006/main" rot="0" flipH="0" flipV="0">
            <a:off x="2722007" y="124299"/>
            <a:ext cx="4997767" cy="1092279"/>
          </a:xfrm>
          <a:prstGeom xmlns:a="http://schemas.openxmlformats.org/drawingml/2006/main" prst="rect">
            <a:avLst/>
          </a:prstGeom>
        </p:spPr>
      </p:pic>
      <p:pic>
        <p:nvPicPr>
          <p:cNvPr id="7" name="object 6">
            <a:extLst xmlns:a="http://schemas.openxmlformats.org/drawingml/2006/main">
              <a:ext uri="{FF2B5EF4-FFF2-40B4-BE49-F238E27FC236}">
                <a16:creationId xmlns:a16="http://schemas.microsoft.com/office/drawing/2014/main" id="{C6191C79-2C4A-4B3F-A967-240A9628FA4E}"/>
              </a:ext>
            </a:extLst>
          </p:cNvPr>
          <p:cNvPicPr>
            <a:picLocks xmlns:a="http://schemas.openxmlformats.org/drawingml/2006/main" noChangeAspect="1"/>
          </p:cNvPicPr>
          <p:nvPr/>
        </p:nvPicPr>
        <p:blipFill>
          <a:blip xmlns:r="http://schemas.openxmlformats.org/officeDocument/2006/relationships" xmlns:a="http://schemas.openxmlformats.org/drawingml/2006/main" r:embed="R04af2e7365924462"/>
          <a:stretch xmlns:a="http://schemas.openxmlformats.org/drawingml/2006/main">
            <a:fillRect l="0" t="0" r="0" b="0"/>
          </a:stretch>
        </p:blipFill>
        <p:spPr>
          <a:xfrm xmlns:a="http://schemas.openxmlformats.org/drawingml/2006/main" rot="0" flipH="0" flipV="0">
            <a:off x="2847737" y="281409"/>
            <a:ext cx="4585268" cy="522565"/>
          </a:xfrm>
          <a:prstGeom xmlns:a="http://schemas.openxmlformats.org/drawingml/2006/main" prst="rect">
            <a:avLst/>
          </a:prstGeom>
        </p:spPr>
      </p:pic>
      <p:sp>
        <p:nvSpPr>
          <p:cNvPr id="8" name="object 7">
            <a:extLst xmlns:a="http://schemas.openxmlformats.org/drawingml/2006/main">
              <a:ext uri="{FF2B5EF4-FFF2-40B4-BE49-F238E27FC236}">
                <a16:creationId xmlns:a16="http://schemas.microsoft.com/office/drawing/2014/main" id="{5CD242D3-60D6-6E14-41D3-FEC4B4059602}"/>
              </a:ext>
            </a:extLst>
          </p:cNvPr>
          <p:cNvSpPr>
            <a:spLocks xmlns:a="http://schemas.openxmlformats.org/drawingml/2006/main" noGrp="1"/>
          </p:cNvSpPr>
          <p:nvPr/>
        </p:nvSpPr>
        <p:spPr>
          <a:xfrm xmlns:a="http://schemas.openxmlformats.org/drawingml/2006/main" rot="0" flipH="0" flipV="0">
            <a:off x="2902743" y="320752"/>
            <a:ext cx="4479290" cy="416559"/>
          </a:xfrm>
          <a:custGeom xmlns:a="http://schemas.openxmlformats.org/drawingml/2006/main">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xmlns:a="http://schemas.openxmlformats.org/drawingml/2006/main">
            <a:srgbClr val="FF6600"/>
          </a:solidFill>
        </p:spPr>
        <p:txBody>
          <a:bodyPr xmlns:a="http://schemas.openxmlformats.org/drawingml/2006/main" wrap="square" lIns="0" tIns="0" rIns="0" bIns="0"/>
          <a:lstStyle xmlns:a="http://schemas.openxmlformats.org/drawingml/2006/main"/>
          <a:p xmlns:a="http://schemas.openxmlformats.org/drawingml/2006/main">
            <a:endParaRPr>
              <a:latin typeface="Times New Roman"/>
              <a:ea typeface="Times New Roman"/>
              <a:cs typeface="Times New Roman"/>
            </a:endParaRPr>
          </a:p>
        </p:txBody>
      </p:sp>
      <p:sp>
        <p:nvSpPr>
          <p:cNvPr id="9" name="TextBox 14">
            <a:extLst xmlns:a="http://schemas.openxmlformats.org/drawingml/2006/main">
              <a:ext uri="{FF2B5EF4-FFF2-40B4-BE49-F238E27FC236}">
                <a16:creationId xmlns:a16="http://schemas.microsoft.com/office/drawing/2014/main" id="{80363729-44B0-3D55-9C19-31D816084DAD}"/>
              </a:ext>
            </a:extLst>
          </p:cNvPr>
          <p:cNvSpPr>
            <a:spLocks xmlns:a="http://schemas.openxmlformats.org/drawingml/2006/main" noGrp="1"/>
          </p:cNvSpPr>
          <p:nvPr/>
        </p:nvSpPr>
        <p:spPr>
          <a:xfrm xmlns:a="http://schemas.openxmlformats.org/drawingml/2006/main">
            <a:off x="2895600" y="256264"/>
            <a:ext cx="4495800"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2400" b="1">
                <a:solidFill>
                  <a:schemeClr val="bg1"/>
                </a:solidFill>
                <a:latin typeface="Times New Roman"/>
                <a:ea typeface="Times New Roman"/>
                <a:cs typeface="Times New Roman"/>
              </a:rPr>
              <a:t>Thank You</a:t>
            </a:r>
          </a:p>
        </p:txBody>
      </p:sp>
      <p:pic>
        <p:nvPicPr>
          <p:cNvPr id="10" name="object 3">
            <a:extLst xmlns:a="http://schemas.openxmlformats.org/drawingml/2006/main">
              <a:ext uri="{FF2B5EF4-FFF2-40B4-BE49-F238E27FC236}">
                <a16:creationId xmlns:a16="http://schemas.microsoft.com/office/drawing/2014/main" id="{468EF0FC-5440-47FF-84D6-5873A66732BF}"/>
              </a:ext>
            </a:extLst>
          </p:cNvPr>
          <p:cNvPicPr>
            <a:picLocks xmlns:a="http://schemas.openxmlformats.org/drawingml/2006/main" noChangeAspect="1"/>
          </p:cNvPicPr>
          <p:nvPr/>
        </p:nvPicPr>
        <p:blipFill>
          <a:blip xmlns:r="http://schemas.openxmlformats.org/officeDocument/2006/relationships" xmlns:a="http://schemas.openxmlformats.org/drawingml/2006/main" r:embed="R362496ef348b4ff1"/>
          <a:srcRect xmlns:a="http://schemas.openxmlformats.org/drawingml/2006/main" l="0" t="0" r="0" b="0"/>
          <a:stretch xmlns:a="http://schemas.openxmlformats.org/drawingml/2006/main">
            <a:fillRect l="0" t="0" r="0" b="0"/>
          </a:stretch>
        </p:blipFill>
        <p:spPr>
          <a:xfrm xmlns:a="http://schemas.openxmlformats.org/drawingml/2006/main">
            <a:off x="290703" y="204311"/>
            <a:ext cx="1163003" cy="424339"/>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B4CA0FD2-A0EE-41A7-9200-D0E603A5F59E}"/>
              </a:ext>
            </a:extLst>
          </p:cNvPr>
          <p:cNvSpPr>
            <a:spLocks xmlns:a="http://schemas.openxmlformats.org/drawingml/2006/main" noGrp="1"/>
          </p:cNvSpPr>
          <p:nvPr/>
        </p:nvSpPr>
        <p:spPr>
          <a:xfrm xmlns:a="http://schemas.openxmlformats.org/drawingml/2006/main">
            <a:off x="548640" y="2377440"/>
            <a:ext cx="8961120" cy="10972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6000" b="1" i="0">
                <a:solidFill>
                  <a:srgbClr val="1B3F8B"/>
                </a:solidFill>
                <a:latin typeface="Times New Roman"/>
                <a:ea typeface="Times New Roman"/>
                <a:cs typeface="Times New Roman"/>
              </a:rPr>
              <a:t>Thank You!</a:t>
            </a:r>
          </a:p>
        </p:txBody>
      </p:sp>
      <p:sp>
        <p:nvSpPr>
          <p:cNvPr id="12" name="TextBox 11">
            <a:extLst xmlns:a="http://schemas.openxmlformats.org/drawingml/2006/main">
              <a:ext uri="{FF2B5EF4-FFF2-40B4-BE49-F238E27FC236}">
                <a16:creationId xmlns:a16="http://schemas.microsoft.com/office/drawing/2014/main" id="{149C27F9-14E0-4E85-9D49-8242C4FA908C}"/>
              </a:ext>
            </a:extLst>
          </p:cNvPr>
          <p:cNvSpPr>
            <a:spLocks xmlns:a="http://schemas.openxmlformats.org/drawingml/2006/main" noGrp="1"/>
          </p:cNvSpPr>
          <p:nvPr/>
        </p:nvSpPr>
        <p:spPr>
          <a:xfrm xmlns:a="http://schemas.openxmlformats.org/drawingml/2006/main">
            <a:off x="548640" y="3566160"/>
            <a:ext cx="896112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2600" b="0" i="1">
                <a:solidFill>
                  <a:srgbClr val="FF6600"/>
                </a:solidFill>
                <a:latin typeface="Times New Roman"/>
                <a:ea typeface="Times New Roman"/>
                <a:cs typeface="Times New Roman"/>
              </a:rPr>
              <a:t>Questions?</a:t>
            </a:r>
          </a:p>
        </p:txBody>
      </p:sp>
      <p:sp>
        <p:nvSpPr>
          <p:cNvPr id="13" name="TextBox 12">
            <a:extLst xmlns:a="http://schemas.openxmlformats.org/drawingml/2006/main">
              <a:ext uri="{FF2B5EF4-FFF2-40B4-BE49-F238E27FC236}">
                <a16:creationId xmlns:a16="http://schemas.microsoft.com/office/drawing/2014/main" id="{B3F0689B-51F2-4D16-B58F-56312DBA4391}"/>
              </a:ext>
            </a:extLst>
          </p:cNvPr>
          <p:cNvSpPr>
            <a:spLocks xmlns:a="http://schemas.openxmlformats.org/drawingml/2006/main" noGrp="1"/>
          </p:cNvSpPr>
          <p:nvPr/>
        </p:nvSpPr>
        <p:spPr>
          <a:xfrm xmlns:a="http://schemas.openxmlformats.org/drawingml/2006/main">
            <a:off x="548640" y="4754880"/>
            <a:ext cx="8961120" cy="62992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ctr">
              <a:spcAft>
                <a:spcPts val="400"/>
              </a:spcAft>
              <a:buNone/>
            </a:pPr>
            <a:r>
              <a:rPr sz="1600" b="0" i="0">
                <a:solidFill>
                  <a:srgbClr val="555555"/>
                </a:solidFill>
                <a:latin typeface="Times New Roman"/>
                <a:ea typeface="Times New Roman"/>
                <a:cs typeface="Times New Roman"/>
              </a:rPr>
              <a:t>ApexMart: E-Commerce Product and Order Management</a:t>
            </a:r>
          </a:p>
          <a:p xmlns:a="http://schemas.openxmlformats.org/drawingml/2006/main">
            <a:pPr algn="ctr">
              <a:spcAft>
                <a:spcPts val="400"/>
              </a:spcAft>
              <a:buNone/>
            </a:pPr>
            <a:r>
              <a:rPr sz="1600" b="0" i="0">
                <a:solidFill>
                  <a:srgbClr val="555555"/>
                </a:solidFill>
                <a:latin typeface="Times New Roman"/>
                <a:ea typeface="Times New Roman"/>
                <a:cs typeface="Times New Roman"/>
              </a:rPr>
              <a:t>API &amp; Microservices · Team 1 · Aditya University, Surampalem</a:t>
            </a:r>
          </a:p>
        </p:txBody>
      </p:sp>
    </p:spTree>
    <p:extLst>
      <p:ext uri="{BB962C8B-B14F-4D97-AF65-F5344CB8AC3E}">
        <p14:creationId xmlns:p14="http://schemas.microsoft.com/office/powerpoint/2010/main" val="419021045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2026-10-25T17:43:40.7890000Z</dcterms:created>
  <dcterms:modified xsi:type="dcterms:W3CDTF">2026-10-25T17:43:40.7890000Z</dcterms:modified>
</coreProperties>
</file>